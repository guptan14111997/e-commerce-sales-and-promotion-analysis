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handoutMasterIdLst>
    <p:handoutMasterId r:id="rId19"/>
  </p:handoutMasterIdLst>
  <p:sldIdLst>
    <p:sldId id="260" r:id="rId3"/>
    <p:sldId id="262" r:id="rId4"/>
    <p:sldId id="264" r:id="rId5"/>
    <p:sldId id="263" r:id="rId6"/>
    <p:sldId id="265" r:id="rId7"/>
    <p:sldId id="266" r:id="rId8"/>
    <p:sldId id="267" r:id="rId9"/>
    <p:sldId id="273" r:id="rId10"/>
    <p:sldId id="274" r:id="rId11"/>
    <p:sldId id="275" r:id="rId12"/>
    <p:sldId id="269" r:id="rId13"/>
    <p:sldId id="268"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53"/>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tags" Target="../tags/tag6.xml"/><Relationship Id="rId8" Type="http://schemas.microsoft.com/office/2007/relationships/hdphoto" Target="../media/image2.wdp"/><Relationship Id="rId7" Type="http://schemas.openxmlformats.org/officeDocument/2006/relationships/image" Target="../media/image1.png"/><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7" Type="http://schemas.openxmlformats.org/officeDocument/2006/relationships/tags" Target="../tags/tag14.xml"/><Relationship Id="rId16" Type="http://schemas.openxmlformats.org/officeDocument/2006/relationships/tags" Target="../tags/tag13.xml"/><Relationship Id="rId15" Type="http://schemas.openxmlformats.org/officeDocument/2006/relationships/tags" Target="../tags/tag12.xml"/><Relationship Id="rId14" Type="http://schemas.openxmlformats.org/officeDocument/2006/relationships/tags" Target="../tags/tag11.xml"/><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257175"/>
            <a:ext cx="12192000" cy="6858000"/>
          </a:xfrm>
          <a:prstGeom prst="rect">
            <a:avLst/>
          </a:prstGeom>
          <a:gradFill flip="none" rotWithShape="1">
            <a:gsLst>
              <a:gs pos="0">
                <a:schemeClr val="bg1"/>
              </a:gs>
              <a:gs pos="76000">
                <a:schemeClr val="bg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任意多边形: 形状 7"/>
          <p:cNvSpPr/>
          <p:nvPr userDrawn="1">
            <p:custDataLst>
              <p:tags r:id="rId3"/>
            </p:custDataLst>
          </p:nvPr>
        </p:nvSpPr>
        <p:spPr>
          <a:xfrm>
            <a:off x="6383921" y="0"/>
            <a:ext cx="5808079" cy="5311534"/>
          </a:xfrm>
          <a:custGeom>
            <a:avLst/>
            <a:gdLst>
              <a:gd name="connsiteX0" fmla="*/ 2868000 w 5808079"/>
              <a:gd name="connsiteY0" fmla="*/ 0 h 5311534"/>
              <a:gd name="connsiteX1" fmla="*/ 5808079 w 5808079"/>
              <a:gd name="connsiteY1" fmla="*/ 0 h 5311534"/>
              <a:gd name="connsiteX2" fmla="*/ 5808079 w 5808079"/>
              <a:gd name="connsiteY2" fmla="*/ 1946987 h 5311534"/>
              <a:gd name="connsiteX3" fmla="*/ 2949605 w 5808079"/>
              <a:gd name="connsiteY3" fmla="*/ 4805462 h 5311534"/>
              <a:gd name="connsiteX4" fmla="*/ 506071 w 5808079"/>
              <a:gd name="connsiteY4" fmla="*/ 4805462 h 5311534"/>
              <a:gd name="connsiteX5" fmla="*/ 506073 w 5808079"/>
              <a:gd name="connsiteY5" fmla="*/ 4805462 h 5311534"/>
              <a:gd name="connsiteX6" fmla="*/ 506073 w 5808079"/>
              <a:gd name="connsiteY6" fmla="*/ 2361928 h 531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08079" h="5311534">
                <a:moveTo>
                  <a:pt x="2868000" y="0"/>
                </a:moveTo>
                <a:lnTo>
                  <a:pt x="5808079" y="0"/>
                </a:lnTo>
                <a:lnTo>
                  <a:pt x="5808079" y="1946987"/>
                </a:lnTo>
                <a:lnTo>
                  <a:pt x="2949605" y="4805462"/>
                </a:lnTo>
                <a:cubicBezTo>
                  <a:pt x="2274841" y="5480225"/>
                  <a:pt x="1180833" y="5480225"/>
                  <a:pt x="506071" y="4805462"/>
                </a:cubicBezTo>
                <a:lnTo>
                  <a:pt x="506073" y="4805462"/>
                </a:lnTo>
                <a:cubicBezTo>
                  <a:pt x="-168691" y="4130700"/>
                  <a:pt x="-168691" y="3036692"/>
                  <a:pt x="506073" y="2361928"/>
                </a:cubicBezTo>
                <a:close/>
              </a:path>
            </a:pathLst>
          </a:custGeom>
          <a:gradFill flip="none" rotWithShape="1">
            <a:gsLst>
              <a:gs pos="0">
                <a:schemeClr val="bg2">
                  <a:alpha val="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任意多边形: 形状 8"/>
          <p:cNvSpPr/>
          <p:nvPr userDrawn="1">
            <p:custDataLst>
              <p:tags r:id="rId4"/>
            </p:custDataLst>
          </p:nvPr>
        </p:nvSpPr>
        <p:spPr>
          <a:xfrm>
            <a:off x="7771032" y="3648953"/>
            <a:ext cx="4420968" cy="3209047"/>
          </a:xfrm>
          <a:custGeom>
            <a:avLst/>
            <a:gdLst>
              <a:gd name="connsiteX0" fmla="*/ 4451386 w 5521711"/>
              <a:gd name="connsiteY0" fmla="*/ 0 h 4008043"/>
              <a:gd name="connsiteX1" fmla="*/ 5208220 w 5521711"/>
              <a:gd name="connsiteY1" fmla="*/ 313490 h 4008043"/>
              <a:gd name="connsiteX2" fmla="*/ 5208220 w 5521711"/>
              <a:gd name="connsiteY2" fmla="*/ 1827159 h 4008043"/>
              <a:gd name="connsiteX3" fmla="*/ 3027335 w 5521711"/>
              <a:gd name="connsiteY3" fmla="*/ 4008043 h 4008043"/>
              <a:gd name="connsiteX4" fmla="*/ 0 w 5521711"/>
              <a:gd name="connsiteY4" fmla="*/ 4008043 h 4008043"/>
              <a:gd name="connsiteX5" fmla="*/ 3694552 w 5521711"/>
              <a:gd name="connsiteY5" fmla="*/ 313490 h 4008043"/>
              <a:gd name="connsiteX6" fmla="*/ 4451386 w 5521711"/>
              <a:gd name="connsiteY6" fmla="*/ 0 h 4008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21711" h="4008043">
                <a:moveTo>
                  <a:pt x="4451386" y="0"/>
                </a:moveTo>
                <a:cubicBezTo>
                  <a:pt x="4725306" y="0"/>
                  <a:pt x="4999226" y="104497"/>
                  <a:pt x="5208220" y="313490"/>
                </a:cubicBezTo>
                <a:cubicBezTo>
                  <a:pt x="5626208" y="731478"/>
                  <a:pt x="5626208" y="1409171"/>
                  <a:pt x="5208220" y="1827159"/>
                </a:cubicBezTo>
                <a:lnTo>
                  <a:pt x="3027335" y="4008043"/>
                </a:lnTo>
                <a:lnTo>
                  <a:pt x="0" y="4008043"/>
                </a:lnTo>
                <a:lnTo>
                  <a:pt x="3694552" y="313490"/>
                </a:lnTo>
                <a:cubicBezTo>
                  <a:pt x="3903546" y="104497"/>
                  <a:pt x="4177466" y="0"/>
                  <a:pt x="4451386" y="0"/>
                </a:cubicBezTo>
                <a:close/>
              </a:path>
            </a:pathLst>
          </a:custGeom>
          <a:gradFill flip="none" rotWithShape="1">
            <a:gsLst>
              <a:gs pos="0">
                <a:schemeClr val="bg2">
                  <a:alpha val="0"/>
                </a:schemeClr>
              </a:gs>
              <a:gs pos="62000">
                <a:schemeClr val="accent1">
                  <a:lumMod val="40000"/>
                  <a:lumOff val="6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任意多边形: 形状 10"/>
          <p:cNvSpPr/>
          <p:nvPr userDrawn="1">
            <p:custDataLst>
              <p:tags r:id="rId5"/>
            </p:custDataLst>
          </p:nvPr>
        </p:nvSpPr>
        <p:spPr>
          <a:xfrm>
            <a:off x="4558915" y="5128524"/>
            <a:ext cx="1141782" cy="345103"/>
          </a:xfrm>
          <a:custGeom>
            <a:avLst/>
            <a:gdLst>
              <a:gd name="connsiteX0" fmla="*/ 1406750 w 1443036"/>
              <a:gd name="connsiteY0" fmla="*/ 363586 h 436158"/>
              <a:gd name="connsiteX1" fmla="*/ 1443036 w 1443036"/>
              <a:gd name="connsiteY1" fmla="*/ 399872 h 436158"/>
              <a:gd name="connsiteX2" fmla="*/ 1406750 w 1443036"/>
              <a:gd name="connsiteY2" fmla="*/ 436158 h 436158"/>
              <a:gd name="connsiteX3" fmla="*/ 1370464 w 1443036"/>
              <a:gd name="connsiteY3" fmla="*/ 399872 h 436158"/>
              <a:gd name="connsiteX4" fmla="*/ 1406750 w 1443036"/>
              <a:gd name="connsiteY4" fmla="*/ 363586 h 436158"/>
              <a:gd name="connsiteX5" fmla="*/ 1178341 w 1443036"/>
              <a:gd name="connsiteY5" fmla="*/ 363586 h 436158"/>
              <a:gd name="connsiteX6" fmla="*/ 1214627 w 1443036"/>
              <a:gd name="connsiteY6" fmla="*/ 399872 h 436158"/>
              <a:gd name="connsiteX7" fmla="*/ 1178341 w 1443036"/>
              <a:gd name="connsiteY7" fmla="*/ 436158 h 436158"/>
              <a:gd name="connsiteX8" fmla="*/ 1142055 w 1443036"/>
              <a:gd name="connsiteY8" fmla="*/ 399872 h 436158"/>
              <a:gd name="connsiteX9" fmla="*/ 1178341 w 1443036"/>
              <a:gd name="connsiteY9" fmla="*/ 363586 h 436158"/>
              <a:gd name="connsiteX10" fmla="*/ 949930 w 1443036"/>
              <a:gd name="connsiteY10" fmla="*/ 363586 h 436158"/>
              <a:gd name="connsiteX11" fmla="*/ 986216 w 1443036"/>
              <a:gd name="connsiteY11" fmla="*/ 399872 h 436158"/>
              <a:gd name="connsiteX12" fmla="*/ 949930 w 1443036"/>
              <a:gd name="connsiteY12" fmla="*/ 436158 h 436158"/>
              <a:gd name="connsiteX13" fmla="*/ 913644 w 1443036"/>
              <a:gd name="connsiteY13" fmla="*/ 399872 h 436158"/>
              <a:gd name="connsiteX14" fmla="*/ 949930 w 1443036"/>
              <a:gd name="connsiteY14" fmla="*/ 363586 h 436158"/>
              <a:gd name="connsiteX15" fmla="*/ 721519 w 1443036"/>
              <a:gd name="connsiteY15" fmla="*/ 363586 h 436158"/>
              <a:gd name="connsiteX16" fmla="*/ 757805 w 1443036"/>
              <a:gd name="connsiteY16" fmla="*/ 399872 h 436158"/>
              <a:gd name="connsiteX17" fmla="*/ 721519 w 1443036"/>
              <a:gd name="connsiteY17" fmla="*/ 436158 h 436158"/>
              <a:gd name="connsiteX18" fmla="*/ 685233 w 1443036"/>
              <a:gd name="connsiteY18" fmla="*/ 399872 h 436158"/>
              <a:gd name="connsiteX19" fmla="*/ 721519 w 1443036"/>
              <a:gd name="connsiteY19" fmla="*/ 363586 h 436158"/>
              <a:gd name="connsiteX20" fmla="*/ 493108 w 1443036"/>
              <a:gd name="connsiteY20" fmla="*/ 363586 h 436158"/>
              <a:gd name="connsiteX21" fmla="*/ 529394 w 1443036"/>
              <a:gd name="connsiteY21" fmla="*/ 399872 h 436158"/>
              <a:gd name="connsiteX22" fmla="*/ 493108 w 1443036"/>
              <a:gd name="connsiteY22" fmla="*/ 436158 h 436158"/>
              <a:gd name="connsiteX23" fmla="*/ 456822 w 1443036"/>
              <a:gd name="connsiteY23" fmla="*/ 399872 h 436158"/>
              <a:gd name="connsiteX24" fmla="*/ 493108 w 1443036"/>
              <a:gd name="connsiteY24" fmla="*/ 363586 h 436158"/>
              <a:gd name="connsiteX25" fmla="*/ 264697 w 1443036"/>
              <a:gd name="connsiteY25" fmla="*/ 363586 h 436158"/>
              <a:gd name="connsiteX26" fmla="*/ 300983 w 1443036"/>
              <a:gd name="connsiteY26" fmla="*/ 399872 h 436158"/>
              <a:gd name="connsiteX27" fmla="*/ 264697 w 1443036"/>
              <a:gd name="connsiteY27" fmla="*/ 436158 h 436158"/>
              <a:gd name="connsiteX28" fmla="*/ 228411 w 1443036"/>
              <a:gd name="connsiteY28" fmla="*/ 399872 h 436158"/>
              <a:gd name="connsiteX29" fmla="*/ 264697 w 1443036"/>
              <a:gd name="connsiteY29" fmla="*/ 363586 h 436158"/>
              <a:gd name="connsiteX30" fmla="*/ 36286 w 1443036"/>
              <a:gd name="connsiteY30" fmla="*/ 363586 h 436158"/>
              <a:gd name="connsiteX31" fmla="*/ 72572 w 1443036"/>
              <a:gd name="connsiteY31" fmla="*/ 399872 h 436158"/>
              <a:gd name="connsiteX32" fmla="*/ 36286 w 1443036"/>
              <a:gd name="connsiteY32" fmla="*/ 436158 h 436158"/>
              <a:gd name="connsiteX33" fmla="*/ 0 w 1443036"/>
              <a:gd name="connsiteY33" fmla="*/ 399872 h 436158"/>
              <a:gd name="connsiteX34" fmla="*/ 36286 w 1443036"/>
              <a:gd name="connsiteY34" fmla="*/ 363586 h 436158"/>
              <a:gd name="connsiteX35" fmla="*/ 1406750 w 1443036"/>
              <a:gd name="connsiteY35" fmla="*/ 181793 h 436158"/>
              <a:gd name="connsiteX36" fmla="*/ 1443036 w 1443036"/>
              <a:gd name="connsiteY36" fmla="*/ 218079 h 436158"/>
              <a:gd name="connsiteX37" fmla="*/ 1406750 w 1443036"/>
              <a:gd name="connsiteY37" fmla="*/ 254365 h 436158"/>
              <a:gd name="connsiteX38" fmla="*/ 1370464 w 1443036"/>
              <a:gd name="connsiteY38" fmla="*/ 218079 h 436158"/>
              <a:gd name="connsiteX39" fmla="*/ 1406750 w 1443036"/>
              <a:gd name="connsiteY39" fmla="*/ 181793 h 436158"/>
              <a:gd name="connsiteX40" fmla="*/ 1178341 w 1443036"/>
              <a:gd name="connsiteY40" fmla="*/ 181793 h 436158"/>
              <a:gd name="connsiteX41" fmla="*/ 1214627 w 1443036"/>
              <a:gd name="connsiteY41" fmla="*/ 218079 h 436158"/>
              <a:gd name="connsiteX42" fmla="*/ 1178341 w 1443036"/>
              <a:gd name="connsiteY42" fmla="*/ 254365 h 436158"/>
              <a:gd name="connsiteX43" fmla="*/ 1142055 w 1443036"/>
              <a:gd name="connsiteY43" fmla="*/ 218079 h 436158"/>
              <a:gd name="connsiteX44" fmla="*/ 1178341 w 1443036"/>
              <a:gd name="connsiteY44" fmla="*/ 181793 h 436158"/>
              <a:gd name="connsiteX45" fmla="*/ 949930 w 1443036"/>
              <a:gd name="connsiteY45" fmla="*/ 181793 h 436158"/>
              <a:gd name="connsiteX46" fmla="*/ 986216 w 1443036"/>
              <a:gd name="connsiteY46" fmla="*/ 218079 h 436158"/>
              <a:gd name="connsiteX47" fmla="*/ 949930 w 1443036"/>
              <a:gd name="connsiteY47" fmla="*/ 254365 h 436158"/>
              <a:gd name="connsiteX48" fmla="*/ 913644 w 1443036"/>
              <a:gd name="connsiteY48" fmla="*/ 218079 h 436158"/>
              <a:gd name="connsiteX49" fmla="*/ 949930 w 1443036"/>
              <a:gd name="connsiteY49" fmla="*/ 181793 h 436158"/>
              <a:gd name="connsiteX50" fmla="*/ 721519 w 1443036"/>
              <a:gd name="connsiteY50" fmla="*/ 181793 h 436158"/>
              <a:gd name="connsiteX51" fmla="*/ 757805 w 1443036"/>
              <a:gd name="connsiteY51" fmla="*/ 218079 h 436158"/>
              <a:gd name="connsiteX52" fmla="*/ 721519 w 1443036"/>
              <a:gd name="connsiteY52" fmla="*/ 254365 h 436158"/>
              <a:gd name="connsiteX53" fmla="*/ 685233 w 1443036"/>
              <a:gd name="connsiteY53" fmla="*/ 218079 h 436158"/>
              <a:gd name="connsiteX54" fmla="*/ 721519 w 1443036"/>
              <a:gd name="connsiteY54" fmla="*/ 181793 h 436158"/>
              <a:gd name="connsiteX55" fmla="*/ 493108 w 1443036"/>
              <a:gd name="connsiteY55" fmla="*/ 181793 h 436158"/>
              <a:gd name="connsiteX56" fmla="*/ 529394 w 1443036"/>
              <a:gd name="connsiteY56" fmla="*/ 218079 h 436158"/>
              <a:gd name="connsiteX57" fmla="*/ 493108 w 1443036"/>
              <a:gd name="connsiteY57" fmla="*/ 254365 h 436158"/>
              <a:gd name="connsiteX58" fmla="*/ 456822 w 1443036"/>
              <a:gd name="connsiteY58" fmla="*/ 218079 h 436158"/>
              <a:gd name="connsiteX59" fmla="*/ 493108 w 1443036"/>
              <a:gd name="connsiteY59" fmla="*/ 181793 h 436158"/>
              <a:gd name="connsiteX60" fmla="*/ 264697 w 1443036"/>
              <a:gd name="connsiteY60" fmla="*/ 181793 h 436158"/>
              <a:gd name="connsiteX61" fmla="*/ 300983 w 1443036"/>
              <a:gd name="connsiteY61" fmla="*/ 218079 h 436158"/>
              <a:gd name="connsiteX62" fmla="*/ 264697 w 1443036"/>
              <a:gd name="connsiteY62" fmla="*/ 254365 h 436158"/>
              <a:gd name="connsiteX63" fmla="*/ 228411 w 1443036"/>
              <a:gd name="connsiteY63" fmla="*/ 218079 h 436158"/>
              <a:gd name="connsiteX64" fmla="*/ 264697 w 1443036"/>
              <a:gd name="connsiteY64" fmla="*/ 181793 h 436158"/>
              <a:gd name="connsiteX65" fmla="*/ 36286 w 1443036"/>
              <a:gd name="connsiteY65" fmla="*/ 181793 h 436158"/>
              <a:gd name="connsiteX66" fmla="*/ 72572 w 1443036"/>
              <a:gd name="connsiteY66" fmla="*/ 218079 h 436158"/>
              <a:gd name="connsiteX67" fmla="*/ 36286 w 1443036"/>
              <a:gd name="connsiteY67" fmla="*/ 254365 h 436158"/>
              <a:gd name="connsiteX68" fmla="*/ 0 w 1443036"/>
              <a:gd name="connsiteY68" fmla="*/ 218079 h 436158"/>
              <a:gd name="connsiteX69" fmla="*/ 36286 w 1443036"/>
              <a:gd name="connsiteY69" fmla="*/ 181793 h 436158"/>
              <a:gd name="connsiteX70" fmla="*/ 1406750 w 1443036"/>
              <a:gd name="connsiteY70" fmla="*/ 0 h 436158"/>
              <a:gd name="connsiteX71" fmla="*/ 1443036 w 1443036"/>
              <a:gd name="connsiteY71" fmla="*/ 36286 h 436158"/>
              <a:gd name="connsiteX72" fmla="*/ 1406750 w 1443036"/>
              <a:gd name="connsiteY72" fmla="*/ 72572 h 436158"/>
              <a:gd name="connsiteX73" fmla="*/ 1370464 w 1443036"/>
              <a:gd name="connsiteY73" fmla="*/ 36286 h 436158"/>
              <a:gd name="connsiteX74" fmla="*/ 1406750 w 1443036"/>
              <a:gd name="connsiteY74" fmla="*/ 0 h 436158"/>
              <a:gd name="connsiteX75" fmla="*/ 1178341 w 1443036"/>
              <a:gd name="connsiteY75" fmla="*/ 0 h 436158"/>
              <a:gd name="connsiteX76" fmla="*/ 1214627 w 1443036"/>
              <a:gd name="connsiteY76" fmla="*/ 36286 h 436158"/>
              <a:gd name="connsiteX77" fmla="*/ 1178341 w 1443036"/>
              <a:gd name="connsiteY77" fmla="*/ 72572 h 436158"/>
              <a:gd name="connsiteX78" fmla="*/ 1142055 w 1443036"/>
              <a:gd name="connsiteY78" fmla="*/ 36286 h 436158"/>
              <a:gd name="connsiteX79" fmla="*/ 1178341 w 1443036"/>
              <a:gd name="connsiteY79" fmla="*/ 0 h 436158"/>
              <a:gd name="connsiteX80" fmla="*/ 949930 w 1443036"/>
              <a:gd name="connsiteY80" fmla="*/ 0 h 436158"/>
              <a:gd name="connsiteX81" fmla="*/ 986216 w 1443036"/>
              <a:gd name="connsiteY81" fmla="*/ 36286 h 436158"/>
              <a:gd name="connsiteX82" fmla="*/ 949930 w 1443036"/>
              <a:gd name="connsiteY82" fmla="*/ 72572 h 436158"/>
              <a:gd name="connsiteX83" fmla="*/ 913644 w 1443036"/>
              <a:gd name="connsiteY83" fmla="*/ 36286 h 436158"/>
              <a:gd name="connsiteX84" fmla="*/ 949930 w 1443036"/>
              <a:gd name="connsiteY84" fmla="*/ 0 h 436158"/>
              <a:gd name="connsiteX85" fmla="*/ 721519 w 1443036"/>
              <a:gd name="connsiteY85" fmla="*/ 0 h 436158"/>
              <a:gd name="connsiteX86" fmla="*/ 757805 w 1443036"/>
              <a:gd name="connsiteY86" fmla="*/ 36286 h 436158"/>
              <a:gd name="connsiteX87" fmla="*/ 721519 w 1443036"/>
              <a:gd name="connsiteY87" fmla="*/ 72572 h 436158"/>
              <a:gd name="connsiteX88" fmla="*/ 685233 w 1443036"/>
              <a:gd name="connsiteY88" fmla="*/ 36286 h 436158"/>
              <a:gd name="connsiteX89" fmla="*/ 721519 w 1443036"/>
              <a:gd name="connsiteY89" fmla="*/ 0 h 436158"/>
              <a:gd name="connsiteX90" fmla="*/ 493108 w 1443036"/>
              <a:gd name="connsiteY90" fmla="*/ 0 h 436158"/>
              <a:gd name="connsiteX91" fmla="*/ 529394 w 1443036"/>
              <a:gd name="connsiteY91" fmla="*/ 36286 h 436158"/>
              <a:gd name="connsiteX92" fmla="*/ 493108 w 1443036"/>
              <a:gd name="connsiteY92" fmla="*/ 72572 h 436158"/>
              <a:gd name="connsiteX93" fmla="*/ 456822 w 1443036"/>
              <a:gd name="connsiteY93" fmla="*/ 36286 h 436158"/>
              <a:gd name="connsiteX94" fmla="*/ 493108 w 1443036"/>
              <a:gd name="connsiteY94" fmla="*/ 0 h 436158"/>
              <a:gd name="connsiteX95" fmla="*/ 264697 w 1443036"/>
              <a:gd name="connsiteY95" fmla="*/ 0 h 436158"/>
              <a:gd name="connsiteX96" fmla="*/ 300983 w 1443036"/>
              <a:gd name="connsiteY96" fmla="*/ 36286 h 436158"/>
              <a:gd name="connsiteX97" fmla="*/ 264697 w 1443036"/>
              <a:gd name="connsiteY97" fmla="*/ 72572 h 436158"/>
              <a:gd name="connsiteX98" fmla="*/ 228411 w 1443036"/>
              <a:gd name="connsiteY98" fmla="*/ 36286 h 436158"/>
              <a:gd name="connsiteX99" fmla="*/ 264697 w 1443036"/>
              <a:gd name="connsiteY99" fmla="*/ 0 h 436158"/>
              <a:gd name="connsiteX100" fmla="*/ 36286 w 1443036"/>
              <a:gd name="connsiteY100" fmla="*/ 0 h 436158"/>
              <a:gd name="connsiteX101" fmla="*/ 72572 w 1443036"/>
              <a:gd name="connsiteY101" fmla="*/ 36286 h 436158"/>
              <a:gd name="connsiteX102" fmla="*/ 36286 w 1443036"/>
              <a:gd name="connsiteY102" fmla="*/ 72572 h 436158"/>
              <a:gd name="connsiteX103" fmla="*/ 0 w 1443036"/>
              <a:gd name="connsiteY103" fmla="*/ 36286 h 436158"/>
              <a:gd name="connsiteX104" fmla="*/ 36286 w 1443036"/>
              <a:gd name="connsiteY104" fmla="*/ 0 h 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443036" h="436158">
                <a:moveTo>
                  <a:pt x="1406750" y="363586"/>
                </a:moveTo>
                <a:cubicBezTo>
                  <a:pt x="1426790" y="363586"/>
                  <a:pt x="1443036" y="379832"/>
                  <a:pt x="1443036" y="399872"/>
                </a:cubicBezTo>
                <a:cubicBezTo>
                  <a:pt x="1443036" y="419912"/>
                  <a:pt x="1426790" y="436158"/>
                  <a:pt x="1406750" y="436158"/>
                </a:cubicBezTo>
                <a:cubicBezTo>
                  <a:pt x="1386710" y="436158"/>
                  <a:pt x="1370464" y="419912"/>
                  <a:pt x="1370464" y="399872"/>
                </a:cubicBezTo>
                <a:cubicBezTo>
                  <a:pt x="1370464" y="379832"/>
                  <a:pt x="1386710" y="363586"/>
                  <a:pt x="1406750" y="363586"/>
                </a:cubicBezTo>
                <a:close/>
                <a:moveTo>
                  <a:pt x="1178341" y="363586"/>
                </a:moveTo>
                <a:cubicBezTo>
                  <a:pt x="1198381" y="363586"/>
                  <a:pt x="1214627" y="379832"/>
                  <a:pt x="1214627" y="399872"/>
                </a:cubicBezTo>
                <a:cubicBezTo>
                  <a:pt x="1214627" y="419912"/>
                  <a:pt x="1198381" y="436158"/>
                  <a:pt x="1178341" y="436158"/>
                </a:cubicBezTo>
                <a:cubicBezTo>
                  <a:pt x="1158301" y="436158"/>
                  <a:pt x="1142055" y="419912"/>
                  <a:pt x="1142055" y="399872"/>
                </a:cubicBezTo>
                <a:cubicBezTo>
                  <a:pt x="1142055" y="379832"/>
                  <a:pt x="1158301" y="363586"/>
                  <a:pt x="1178341" y="363586"/>
                </a:cubicBezTo>
                <a:close/>
                <a:moveTo>
                  <a:pt x="949930" y="363586"/>
                </a:moveTo>
                <a:cubicBezTo>
                  <a:pt x="969970" y="363586"/>
                  <a:pt x="986216" y="379832"/>
                  <a:pt x="986216" y="399872"/>
                </a:cubicBezTo>
                <a:cubicBezTo>
                  <a:pt x="986216" y="419912"/>
                  <a:pt x="969970" y="436158"/>
                  <a:pt x="949930" y="436158"/>
                </a:cubicBezTo>
                <a:cubicBezTo>
                  <a:pt x="929890" y="436158"/>
                  <a:pt x="913644" y="419912"/>
                  <a:pt x="913644" y="399872"/>
                </a:cubicBezTo>
                <a:cubicBezTo>
                  <a:pt x="913644" y="379832"/>
                  <a:pt x="929890" y="363586"/>
                  <a:pt x="949930" y="363586"/>
                </a:cubicBezTo>
                <a:close/>
                <a:moveTo>
                  <a:pt x="721519" y="363586"/>
                </a:moveTo>
                <a:cubicBezTo>
                  <a:pt x="741559" y="363586"/>
                  <a:pt x="757805" y="379832"/>
                  <a:pt x="757805" y="399872"/>
                </a:cubicBezTo>
                <a:cubicBezTo>
                  <a:pt x="757805" y="419912"/>
                  <a:pt x="741559" y="436158"/>
                  <a:pt x="721519" y="436158"/>
                </a:cubicBezTo>
                <a:cubicBezTo>
                  <a:pt x="701479" y="436158"/>
                  <a:pt x="685233" y="419912"/>
                  <a:pt x="685233" y="399872"/>
                </a:cubicBezTo>
                <a:cubicBezTo>
                  <a:pt x="685233" y="379832"/>
                  <a:pt x="701479" y="363586"/>
                  <a:pt x="721519" y="363586"/>
                </a:cubicBezTo>
                <a:close/>
                <a:moveTo>
                  <a:pt x="493108" y="363586"/>
                </a:moveTo>
                <a:cubicBezTo>
                  <a:pt x="513148" y="363586"/>
                  <a:pt x="529394" y="379832"/>
                  <a:pt x="529394" y="399872"/>
                </a:cubicBezTo>
                <a:cubicBezTo>
                  <a:pt x="529394" y="419912"/>
                  <a:pt x="513148" y="436158"/>
                  <a:pt x="493108" y="436158"/>
                </a:cubicBezTo>
                <a:cubicBezTo>
                  <a:pt x="473068" y="436158"/>
                  <a:pt x="456822" y="419912"/>
                  <a:pt x="456822" y="399872"/>
                </a:cubicBezTo>
                <a:cubicBezTo>
                  <a:pt x="456822" y="379832"/>
                  <a:pt x="473068" y="363586"/>
                  <a:pt x="493108" y="363586"/>
                </a:cubicBezTo>
                <a:close/>
                <a:moveTo>
                  <a:pt x="264697" y="363586"/>
                </a:moveTo>
                <a:cubicBezTo>
                  <a:pt x="284737" y="363586"/>
                  <a:pt x="300983" y="379832"/>
                  <a:pt x="300983" y="399872"/>
                </a:cubicBezTo>
                <a:cubicBezTo>
                  <a:pt x="300983" y="419912"/>
                  <a:pt x="284737" y="436158"/>
                  <a:pt x="264697" y="436158"/>
                </a:cubicBezTo>
                <a:cubicBezTo>
                  <a:pt x="244657" y="436158"/>
                  <a:pt x="228411" y="419912"/>
                  <a:pt x="228411" y="399872"/>
                </a:cubicBezTo>
                <a:cubicBezTo>
                  <a:pt x="228411" y="379832"/>
                  <a:pt x="244657" y="363586"/>
                  <a:pt x="264697" y="363586"/>
                </a:cubicBezTo>
                <a:close/>
                <a:moveTo>
                  <a:pt x="36286" y="363586"/>
                </a:moveTo>
                <a:cubicBezTo>
                  <a:pt x="56326" y="363586"/>
                  <a:pt x="72572" y="379832"/>
                  <a:pt x="72572" y="399872"/>
                </a:cubicBezTo>
                <a:cubicBezTo>
                  <a:pt x="72572" y="419912"/>
                  <a:pt x="56326" y="436158"/>
                  <a:pt x="36286" y="436158"/>
                </a:cubicBezTo>
                <a:cubicBezTo>
                  <a:pt x="16246" y="436158"/>
                  <a:pt x="0" y="419912"/>
                  <a:pt x="0" y="399872"/>
                </a:cubicBezTo>
                <a:cubicBezTo>
                  <a:pt x="0" y="379832"/>
                  <a:pt x="16246" y="363586"/>
                  <a:pt x="36286" y="363586"/>
                </a:cubicBezTo>
                <a:close/>
                <a:moveTo>
                  <a:pt x="1406750" y="181793"/>
                </a:moveTo>
                <a:cubicBezTo>
                  <a:pt x="1426790" y="181793"/>
                  <a:pt x="1443036" y="198039"/>
                  <a:pt x="1443036" y="218079"/>
                </a:cubicBezTo>
                <a:cubicBezTo>
                  <a:pt x="1443036" y="238119"/>
                  <a:pt x="1426790" y="254365"/>
                  <a:pt x="1406750" y="254365"/>
                </a:cubicBezTo>
                <a:cubicBezTo>
                  <a:pt x="1386710" y="254365"/>
                  <a:pt x="1370464" y="238119"/>
                  <a:pt x="1370464" y="218079"/>
                </a:cubicBezTo>
                <a:cubicBezTo>
                  <a:pt x="1370464" y="198039"/>
                  <a:pt x="1386710" y="181793"/>
                  <a:pt x="1406750" y="181793"/>
                </a:cubicBezTo>
                <a:close/>
                <a:moveTo>
                  <a:pt x="1178341" y="181793"/>
                </a:moveTo>
                <a:cubicBezTo>
                  <a:pt x="1198381" y="181793"/>
                  <a:pt x="1214627" y="198039"/>
                  <a:pt x="1214627" y="218079"/>
                </a:cubicBezTo>
                <a:cubicBezTo>
                  <a:pt x="1214627" y="238119"/>
                  <a:pt x="1198381" y="254365"/>
                  <a:pt x="1178341" y="254365"/>
                </a:cubicBezTo>
                <a:cubicBezTo>
                  <a:pt x="1158301" y="254365"/>
                  <a:pt x="1142055" y="238119"/>
                  <a:pt x="1142055" y="218079"/>
                </a:cubicBezTo>
                <a:cubicBezTo>
                  <a:pt x="1142055" y="198039"/>
                  <a:pt x="1158301" y="181793"/>
                  <a:pt x="1178341" y="181793"/>
                </a:cubicBezTo>
                <a:close/>
                <a:moveTo>
                  <a:pt x="949930" y="181793"/>
                </a:moveTo>
                <a:cubicBezTo>
                  <a:pt x="969970" y="181793"/>
                  <a:pt x="986216" y="198039"/>
                  <a:pt x="986216" y="218079"/>
                </a:cubicBezTo>
                <a:cubicBezTo>
                  <a:pt x="986216" y="238119"/>
                  <a:pt x="969970" y="254365"/>
                  <a:pt x="949930" y="254365"/>
                </a:cubicBezTo>
                <a:cubicBezTo>
                  <a:pt x="929890" y="254365"/>
                  <a:pt x="913644" y="238119"/>
                  <a:pt x="913644" y="218079"/>
                </a:cubicBezTo>
                <a:cubicBezTo>
                  <a:pt x="913644" y="198039"/>
                  <a:pt x="929890" y="181793"/>
                  <a:pt x="949930" y="181793"/>
                </a:cubicBezTo>
                <a:close/>
                <a:moveTo>
                  <a:pt x="721519" y="181793"/>
                </a:moveTo>
                <a:cubicBezTo>
                  <a:pt x="741559" y="181793"/>
                  <a:pt x="757805" y="198039"/>
                  <a:pt x="757805" y="218079"/>
                </a:cubicBezTo>
                <a:cubicBezTo>
                  <a:pt x="757805" y="238119"/>
                  <a:pt x="741559" y="254365"/>
                  <a:pt x="721519" y="254365"/>
                </a:cubicBezTo>
                <a:cubicBezTo>
                  <a:pt x="701479" y="254365"/>
                  <a:pt x="685233" y="238119"/>
                  <a:pt x="685233" y="218079"/>
                </a:cubicBezTo>
                <a:cubicBezTo>
                  <a:pt x="685233" y="198039"/>
                  <a:pt x="701479" y="181793"/>
                  <a:pt x="721519" y="181793"/>
                </a:cubicBezTo>
                <a:close/>
                <a:moveTo>
                  <a:pt x="493108" y="181793"/>
                </a:moveTo>
                <a:cubicBezTo>
                  <a:pt x="513148" y="181793"/>
                  <a:pt x="529394" y="198039"/>
                  <a:pt x="529394" y="218079"/>
                </a:cubicBezTo>
                <a:cubicBezTo>
                  <a:pt x="529394" y="238119"/>
                  <a:pt x="513148" y="254365"/>
                  <a:pt x="493108" y="254365"/>
                </a:cubicBezTo>
                <a:cubicBezTo>
                  <a:pt x="473068" y="254365"/>
                  <a:pt x="456822" y="238119"/>
                  <a:pt x="456822" y="218079"/>
                </a:cubicBezTo>
                <a:cubicBezTo>
                  <a:pt x="456822" y="198039"/>
                  <a:pt x="473068" y="181793"/>
                  <a:pt x="493108" y="181793"/>
                </a:cubicBezTo>
                <a:close/>
                <a:moveTo>
                  <a:pt x="264697" y="181793"/>
                </a:moveTo>
                <a:cubicBezTo>
                  <a:pt x="284737" y="181793"/>
                  <a:pt x="300983" y="198039"/>
                  <a:pt x="300983" y="218079"/>
                </a:cubicBezTo>
                <a:cubicBezTo>
                  <a:pt x="300983" y="238119"/>
                  <a:pt x="284737" y="254365"/>
                  <a:pt x="264697" y="254365"/>
                </a:cubicBezTo>
                <a:cubicBezTo>
                  <a:pt x="244657" y="254365"/>
                  <a:pt x="228411" y="238119"/>
                  <a:pt x="228411" y="218079"/>
                </a:cubicBezTo>
                <a:cubicBezTo>
                  <a:pt x="228411" y="198039"/>
                  <a:pt x="244657" y="181793"/>
                  <a:pt x="264697" y="181793"/>
                </a:cubicBezTo>
                <a:close/>
                <a:moveTo>
                  <a:pt x="36286" y="181793"/>
                </a:moveTo>
                <a:cubicBezTo>
                  <a:pt x="56326" y="181793"/>
                  <a:pt x="72572" y="198039"/>
                  <a:pt x="72572" y="218079"/>
                </a:cubicBezTo>
                <a:cubicBezTo>
                  <a:pt x="72572" y="238119"/>
                  <a:pt x="56326" y="254365"/>
                  <a:pt x="36286" y="254365"/>
                </a:cubicBezTo>
                <a:cubicBezTo>
                  <a:pt x="16246" y="254365"/>
                  <a:pt x="0" y="238119"/>
                  <a:pt x="0" y="218079"/>
                </a:cubicBezTo>
                <a:cubicBezTo>
                  <a:pt x="0" y="198039"/>
                  <a:pt x="16246" y="181793"/>
                  <a:pt x="36286" y="181793"/>
                </a:cubicBezTo>
                <a:close/>
                <a:moveTo>
                  <a:pt x="1406750" y="0"/>
                </a:moveTo>
                <a:cubicBezTo>
                  <a:pt x="1426790" y="0"/>
                  <a:pt x="1443036" y="16246"/>
                  <a:pt x="1443036" y="36286"/>
                </a:cubicBezTo>
                <a:cubicBezTo>
                  <a:pt x="1443036" y="56326"/>
                  <a:pt x="1426790" y="72572"/>
                  <a:pt x="1406750" y="72572"/>
                </a:cubicBezTo>
                <a:cubicBezTo>
                  <a:pt x="1386710" y="72572"/>
                  <a:pt x="1370464" y="56326"/>
                  <a:pt x="1370464" y="36286"/>
                </a:cubicBezTo>
                <a:cubicBezTo>
                  <a:pt x="1370464" y="16246"/>
                  <a:pt x="1386710" y="0"/>
                  <a:pt x="1406750" y="0"/>
                </a:cubicBezTo>
                <a:close/>
                <a:moveTo>
                  <a:pt x="1178341" y="0"/>
                </a:moveTo>
                <a:cubicBezTo>
                  <a:pt x="1198381" y="0"/>
                  <a:pt x="1214627" y="16246"/>
                  <a:pt x="1214627" y="36286"/>
                </a:cubicBezTo>
                <a:cubicBezTo>
                  <a:pt x="1214627" y="56326"/>
                  <a:pt x="1198381" y="72572"/>
                  <a:pt x="1178341" y="72572"/>
                </a:cubicBezTo>
                <a:cubicBezTo>
                  <a:pt x="1158301" y="72572"/>
                  <a:pt x="1142055" y="56326"/>
                  <a:pt x="1142055" y="36286"/>
                </a:cubicBezTo>
                <a:cubicBezTo>
                  <a:pt x="1142055" y="16246"/>
                  <a:pt x="1158301" y="0"/>
                  <a:pt x="1178341" y="0"/>
                </a:cubicBezTo>
                <a:close/>
                <a:moveTo>
                  <a:pt x="949930" y="0"/>
                </a:moveTo>
                <a:cubicBezTo>
                  <a:pt x="969970" y="0"/>
                  <a:pt x="986216" y="16246"/>
                  <a:pt x="986216" y="36286"/>
                </a:cubicBezTo>
                <a:cubicBezTo>
                  <a:pt x="986216" y="56326"/>
                  <a:pt x="969970" y="72572"/>
                  <a:pt x="949930" y="72572"/>
                </a:cubicBezTo>
                <a:cubicBezTo>
                  <a:pt x="929890" y="72572"/>
                  <a:pt x="913644" y="56326"/>
                  <a:pt x="913644" y="36286"/>
                </a:cubicBezTo>
                <a:cubicBezTo>
                  <a:pt x="913644" y="16246"/>
                  <a:pt x="929890" y="0"/>
                  <a:pt x="949930" y="0"/>
                </a:cubicBezTo>
                <a:close/>
                <a:moveTo>
                  <a:pt x="721519" y="0"/>
                </a:moveTo>
                <a:cubicBezTo>
                  <a:pt x="741559" y="0"/>
                  <a:pt x="757805" y="16246"/>
                  <a:pt x="757805" y="36286"/>
                </a:cubicBezTo>
                <a:cubicBezTo>
                  <a:pt x="757805" y="56326"/>
                  <a:pt x="741559" y="72572"/>
                  <a:pt x="721519" y="72572"/>
                </a:cubicBezTo>
                <a:cubicBezTo>
                  <a:pt x="701479" y="72572"/>
                  <a:pt x="685233" y="56326"/>
                  <a:pt x="685233" y="36286"/>
                </a:cubicBezTo>
                <a:cubicBezTo>
                  <a:pt x="685233" y="16246"/>
                  <a:pt x="701479" y="0"/>
                  <a:pt x="721519" y="0"/>
                </a:cubicBezTo>
                <a:close/>
                <a:moveTo>
                  <a:pt x="493108" y="0"/>
                </a:moveTo>
                <a:cubicBezTo>
                  <a:pt x="513148" y="0"/>
                  <a:pt x="529394" y="16246"/>
                  <a:pt x="529394" y="36286"/>
                </a:cubicBezTo>
                <a:cubicBezTo>
                  <a:pt x="529394" y="56326"/>
                  <a:pt x="513148" y="72572"/>
                  <a:pt x="493108" y="72572"/>
                </a:cubicBezTo>
                <a:cubicBezTo>
                  <a:pt x="473068" y="72572"/>
                  <a:pt x="456822" y="56326"/>
                  <a:pt x="456822" y="36286"/>
                </a:cubicBezTo>
                <a:cubicBezTo>
                  <a:pt x="456822" y="16246"/>
                  <a:pt x="473068" y="0"/>
                  <a:pt x="493108" y="0"/>
                </a:cubicBezTo>
                <a:close/>
                <a:moveTo>
                  <a:pt x="264697" y="0"/>
                </a:moveTo>
                <a:cubicBezTo>
                  <a:pt x="284737" y="0"/>
                  <a:pt x="300983" y="16246"/>
                  <a:pt x="300983" y="36286"/>
                </a:cubicBezTo>
                <a:cubicBezTo>
                  <a:pt x="300983" y="56326"/>
                  <a:pt x="284737" y="72572"/>
                  <a:pt x="264697" y="72572"/>
                </a:cubicBezTo>
                <a:cubicBezTo>
                  <a:pt x="244657" y="72572"/>
                  <a:pt x="228411" y="56326"/>
                  <a:pt x="228411" y="36286"/>
                </a:cubicBezTo>
                <a:cubicBezTo>
                  <a:pt x="228411" y="16246"/>
                  <a:pt x="244657" y="0"/>
                  <a:pt x="264697" y="0"/>
                </a:cubicBezTo>
                <a:close/>
                <a:moveTo>
                  <a:pt x="36286" y="0"/>
                </a:moveTo>
                <a:cubicBezTo>
                  <a:pt x="56326" y="0"/>
                  <a:pt x="72572" y="16246"/>
                  <a:pt x="72572" y="36286"/>
                </a:cubicBezTo>
                <a:cubicBezTo>
                  <a:pt x="72572" y="56326"/>
                  <a:pt x="56326" y="72572"/>
                  <a:pt x="36286" y="72572"/>
                </a:cubicBezTo>
                <a:cubicBezTo>
                  <a:pt x="16246" y="72572"/>
                  <a:pt x="0" y="56326"/>
                  <a:pt x="0" y="36286"/>
                </a:cubicBezTo>
                <a:cubicBezTo>
                  <a:pt x="0" y="16246"/>
                  <a:pt x="16246" y="0"/>
                  <a:pt x="36286" y="0"/>
                </a:cubicBezTo>
                <a:close/>
              </a:path>
            </a:pathLst>
          </a:custGeom>
          <a:gradFill flip="none" rotWithShape="1">
            <a:gsLst>
              <a:gs pos="0">
                <a:schemeClr val="bg2">
                  <a:alpha val="0"/>
                </a:schemeClr>
              </a:gs>
              <a:gs pos="77000">
                <a:schemeClr val="accent1">
                  <a:lumMod val="40000"/>
                  <a:lumOff val="6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2" name="图片 11"/>
          <p:cNvPicPr>
            <a:picLocks noChangeAspect="1"/>
          </p:cNvPicPr>
          <p:nvPr userDrawn="1">
            <p:custDataLst>
              <p:tags r:id="rId6"/>
            </p:custDataLst>
          </p:nvPr>
        </p:nvPicPr>
        <p:blipFill rotWithShape="1">
          <a:blip r:embed="rId7" cstate="print">
            <a:extLst>
              <a:ext uri="{BEBA8EAE-BF5A-486C-A8C5-ECC9F3942E4B}">
                <a14:imgProps xmlns:a14="http://schemas.microsoft.com/office/drawing/2010/main">
                  <a14:imgLayer r:embed="rId8">
                    <a14:imgEffect>
                      <a14:brightnessContrast bright="2000" contrast="2000"/>
                    </a14:imgEffect>
                    <a14:imgEffect>
                      <a14:saturation sat="120000"/>
                    </a14:imgEffect>
                  </a14:imgLayer>
                </a14:imgProps>
              </a:ext>
              <a:ext uri="{28A0092B-C50C-407E-A947-70E740481C1C}">
                <a14:useLocalDpi xmlns:a14="http://schemas.microsoft.com/office/drawing/2010/main" val="0"/>
              </a:ext>
            </a:extLst>
          </a:blip>
          <a:srcRect l="15449" r="16587" b="7948"/>
          <a:stretch>
            <a:fillRect/>
          </a:stretch>
        </p:blipFill>
        <p:spPr>
          <a:xfrm>
            <a:off x="6824419" y="1138759"/>
            <a:ext cx="4643691" cy="4572941"/>
          </a:xfrm>
          <a:prstGeom prst="rect">
            <a:avLst/>
          </a:prstGeom>
        </p:spPr>
      </p:pic>
      <p:sp>
        <p:nvSpPr>
          <p:cNvPr id="13" name="任意多边形: 形状 12"/>
          <p:cNvSpPr/>
          <p:nvPr userDrawn="1">
            <p:custDataLst>
              <p:tags r:id="rId9"/>
            </p:custDataLst>
          </p:nvPr>
        </p:nvSpPr>
        <p:spPr>
          <a:xfrm>
            <a:off x="1089479" y="1299110"/>
            <a:ext cx="505959" cy="97890"/>
          </a:xfrm>
          <a:custGeom>
            <a:avLst/>
            <a:gdLst>
              <a:gd name="connsiteX0" fmla="*/ 539750 w 597556"/>
              <a:gd name="connsiteY0" fmla="*/ 0 h 115612"/>
              <a:gd name="connsiteX1" fmla="*/ 597556 w 597556"/>
              <a:gd name="connsiteY1" fmla="*/ 57806 h 115612"/>
              <a:gd name="connsiteX2" fmla="*/ 539750 w 597556"/>
              <a:gd name="connsiteY2" fmla="*/ 115612 h 115612"/>
              <a:gd name="connsiteX3" fmla="*/ 481944 w 597556"/>
              <a:gd name="connsiteY3" fmla="*/ 57806 h 115612"/>
              <a:gd name="connsiteX4" fmla="*/ 539750 w 597556"/>
              <a:gd name="connsiteY4" fmla="*/ 0 h 115612"/>
              <a:gd name="connsiteX5" fmla="*/ 298778 w 597556"/>
              <a:gd name="connsiteY5" fmla="*/ 0 h 115612"/>
              <a:gd name="connsiteX6" fmla="*/ 356584 w 597556"/>
              <a:gd name="connsiteY6" fmla="*/ 57806 h 115612"/>
              <a:gd name="connsiteX7" fmla="*/ 298778 w 597556"/>
              <a:gd name="connsiteY7" fmla="*/ 115612 h 115612"/>
              <a:gd name="connsiteX8" fmla="*/ 240972 w 597556"/>
              <a:gd name="connsiteY8" fmla="*/ 57806 h 115612"/>
              <a:gd name="connsiteX9" fmla="*/ 298778 w 597556"/>
              <a:gd name="connsiteY9" fmla="*/ 0 h 115612"/>
              <a:gd name="connsiteX10" fmla="*/ 57806 w 597556"/>
              <a:gd name="connsiteY10" fmla="*/ 0 h 115612"/>
              <a:gd name="connsiteX11" fmla="*/ 115612 w 597556"/>
              <a:gd name="connsiteY11" fmla="*/ 57806 h 115612"/>
              <a:gd name="connsiteX12" fmla="*/ 57806 w 597556"/>
              <a:gd name="connsiteY12" fmla="*/ 115612 h 115612"/>
              <a:gd name="connsiteX13" fmla="*/ 0 w 597556"/>
              <a:gd name="connsiteY13" fmla="*/ 57806 h 115612"/>
              <a:gd name="connsiteX14" fmla="*/ 57806 w 597556"/>
              <a:gd name="connsiteY14" fmla="*/ 0 h 115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7556" h="115612">
                <a:moveTo>
                  <a:pt x="539750" y="0"/>
                </a:moveTo>
                <a:cubicBezTo>
                  <a:pt x="571675" y="0"/>
                  <a:pt x="597556" y="25881"/>
                  <a:pt x="597556" y="57806"/>
                </a:cubicBezTo>
                <a:cubicBezTo>
                  <a:pt x="597556" y="89731"/>
                  <a:pt x="571675" y="115612"/>
                  <a:pt x="539750" y="115612"/>
                </a:cubicBezTo>
                <a:cubicBezTo>
                  <a:pt x="507825" y="115612"/>
                  <a:pt x="481944" y="89731"/>
                  <a:pt x="481944" y="57806"/>
                </a:cubicBezTo>
                <a:cubicBezTo>
                  <a:pt x="481944" y="25881"/>
                  <a:pt x="507825" y="0"/>
                  <a:pt x="539750" y="0"/>
                </a:cubicBezTo>
                <a:close/>
                <a:moveTo>
                  <a:pt x="298778" y="0"/>
                </a:moveTo>
                <a:cubicBezTo>
                  <a:pt x="330703" y="0"/>
                  <a:pt x="356584" y="25881"/>
                  <a:pt x="356584" y="57806"/>
                </a:cubicBezTo>
                <a:cubicBezTo>
                  <a:pt x="356584" y="89731"/>
                  <a:pt x="330703" y="115612"/>
                  <a:pt x="298778" y="115612"/>
                </a:cubicBezTo>
                <a:cubicBezTo>
                  <a:pt x="266853" y="115612"/>
                  <a:pt x="240972" y="89731"/>
                  <a:pt x="240972" y="57806"/>
                </a:cubicBezTo>
                <a:cubicBezTo>
                  <a:pt x="240972" y="25881"/>
                  <a:pt x="266853" y="0"/>
                  <a:pt x="298778" y="0"/>
                </a:cubicBezTo>
                <a:close/>
                <a:moveTo>
                  <a:pt x="57806" y="0"/>
                </a:moveTo>
                <a:cubicBezTo>
                  <a:pt x="89731" y="0"/>
                  <a:pt x="115612" y="25881"/>
                  <a:pt x="115612" y="57806"/>
                </a:cubicBezTo>
                <a:cubicBezTo>
                  <a:pt x="115612" y="89731"/>
                  <a:pt x="89731" y="115612"/>
                  <a:pt x="57806" y="115612"/>
                </a:cubicBezTo>
                <a:cubicBezTo>
                  <a:pt x="25881" y="115612"/>
                  <a:pt x="0" y="89731"/>
                  <a:pt x="0" y="57806"/>
                </a:cubicBezTo>
                <a:cubicBezTo>
                  <a:pt x="0" y="25881"/>
                  <a:pt x="25881" y="0"/>
                  <a:pt x="57806"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任意多边形: 形状 14"/>
          <p:cNvSpPr/>
          <p:nvPr userDrawn="1">
            <p:custDataLst>
              <p:tags r:id="rId10"/>
            </p:custDataLst>
          </p:nvPr>
        </p:nvSpPr>
        <p:spPr>
          <a:xfrm>
            <a:off x="0" y="0"/>
            <a:ext cx="1378858" cy="1378858"/>
          </a:xfrm>
          <a:custGeom>
            <a:avLst/>
            <a:gdLst>
              <a:gd name="connsiteX0" fmla="*/ 1 w 2463654"/>
              <a:gd name="connsiteY0" fmla="*/ 0 h 2463652"/>
              <a:gd name="connsiteX1" fmla="*/ 2463654 w 2463654"/>
              <a:gd name="connsiteY1" fmla="*/ 0 h 2463652"/>
              <a:gd name="connsiteX2" fmla="*/ 0 w 2463654"/>
              <a:gd name="connsiteY2" fmla="*/ 2463652 h 2463652"/>
              <a:gd name="connsiteX3" fmla="*/ 1 w 2463654"/>
              <a:gd name="connsiteY3" fmla="*/ 0 h 2463652"/>
            </a:gdLst>
            <a:ahLst/>
            <a:cxnLst>
              <a:cxn ang="0">
                <a:pos x="connsiteX0" y="connsiteY0"/>
              </a:cxn>
              <a:cxn ang="0">
                <a:pos x="connsiteX1" y="connsiteY1"/>
              </a:cxn>
              <a:cxn ang="0">
                <a:pos x="connsiteX2" y="connsiteY2"/>
              </a:cxn>
              <a:cxn ang="0">
                <a:pos x="connsiteX3" y="connsiteY3"/>
              </a:cxn>
            </a:cxnLst>
            <a:rect l="l" t="t" r="r" b="b"/>
            <a:pathLst>
              <a:path w="2463654" h="2463652">
                <a:moveTo>
                  <a:pt x="1" y="0"/>
                </a:moveTo>
                <a:lnTo>
                  <a:pt x="2463654" y="0"/>
                </a:lnTo>
                <a:lnTo>
                  <a:pt x="0" y="2463652"/>
                </a:lnTo>
                <a:lnTo>
                  <a:pt x="1" y="0"/>
                </a:lnTo>
                <a:close/>
              </a:path>
            </a:pathLst>
          </a:custGeom>
          <a:gradFill flip="none" rotWithShape="1">
            <a:gsLst>
              <a:gs pos="0">
                <a:schemeClr val="bg2">
                  <a:alpha val="0"/>
                </a:schemeClr>
              </a:gs>
              <a:gs pos="100000">
                <a:schemeClr val="accent1">
                  <a:lumMod val="20000"/>
                  <a:lumOff val="8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任意多边形: 形状 15"/>
          <p:cNvSpPr/>
          <p:nvPr userDrawn="1">
            <p:custDataLst>
              <p:tags r:id="rId11"/>
            </p:custDataLst>
          </p:nvPr>
        </p:nvSpPr>
        <p:spPr>
          <a:xfrm flipH="1">
            <a:off x="9736788" y="1156928"/>
            <a:ext cx="1141782" cy="345103"/>
          </a:xfrm>
          <a:custGeom>
            <a:avLst/>
            <a:gdLst>
              <a:gd name="connsiteX0" fmla="*/ 1406750 w 1443036"/>
              <a:gd name="connsiteY0" fmla="*/ 363586 h 436158"/>
              <a:gd name="connsiteX1" fmla="*/ 1443036 w 1443036"/>
              <a:gd name="connsiteY1" fmla="*/ 399872 h 436158"/>
              <a:gd name="connsiteX2" fmla="*/ 1406750 w 1443036"/>
              <a:gd name="connsiteY2" fmla="*/ 436158 h 436158"/>
              <a:gd name="connsiteX3" fmla="*/ 1370464 w 1443036"/>
              <a:gd name="connsiteY3" fmla="*/ 399872 h 436158"/>
              <a:gd name="connsiteX4" fmla="*/ 1406750 w 1443036"/>
              <a:gd name="connsiteY4" fmla="*/ 363586 h 436158"/>
              <a:gd name="connsiteX5" fmla="*/ 1178341 w 1443036"/>
              <a:gd name="connsiteY5" fmla="*/ 363586 h 436158"/>
              <a:gd name="connsiteX6" fmla="*/ 1214627 w 1443036"/>
              <a:gd name="connsiteY6" fmla="*/ 399872 h 436158"/>
              <a:gd name="connsiteX7" fmla="*/ 1178341 w 1443036"/>
              <a:gd name="connsiteY7" fmla="*/ 436158 h 436158"/>
              <a:gd name="connsiteX8" fmla="*/ 1142055 w 1443036"/>
              <a:gd name="connsiteY8" fmla="*/ 399872 h 436158"/>
              <a:gd name="connsiteX9" fmla="*/ 1178341 w 1443036"/>
              <a:gd name="connsiteY9" fmla="*/ 363586 h 436158"/>
              <a:gd name="connsiteX10" fmla="*/ 949930 w 1443036"/>
              <a:gd name="connsiteY10" fmla="*/ 363586 h 436158"/>
              <a:gd name="connsiteX11" fmla="*/ 986216 w 1443036"/>
              <a:gd name="connsiteY11" fmla="*/ 399872 h 436158"/>
              <a:gd name="connsiteX12" fmla="*/ 949930 w 1443036"/>
              <a:gd name="connsiteY12" fmla="*/ 436158 h 436158"/>
              <a:gd name="connsiteX13" fmla="*/ 913644 w 1443036"/>
              <a:gd name="connsiteY13" fmla="*/ 399872 h 436158"/>
              <a:gd name="connsiteX14" fmla="*/ 949930 w 1443036"/>
              <a:gd name="connsiteY14" fmla="*/ 363586 h 436158"/>
              <a:gd name="connsiteX15" fmla="*/ 721519 w 1443036"/>
              <a:gd name="connsiteY15" fmla="*/ 363586 h 436158"/>
              <a:gd name="connsiteX16" fmla="*/ 757805 w 1443036"/>
              <a:gd name="connsiteY16" fmla="*/ 399872 h 436158"/>
              <a:gd name="connsiteX17" fmla="*/ 721519 w 1443036"/>
              <a:gd name="connsiteY17" fmla="*/ 436158 h 436158"/>
              <a:gd name="connsiteX18" fmla="*/ 685233 w 1443036"/>
              <a:gd name="connsiteY18" fmla="*/ 399872 h 436158"/>
              <a:gd name="connsiteX19" fmla="*/ 721519 w 1443036"/>
              <a:gd name="connsiteY19" fmla="*/ 363586 h 436158"/>
              <a:gd name="connsiteX20" fmla="*/ 493108 w 1443036"/>
              <a:gd name="connsiteY20" fmla="*/ 363586 h 436158"/>
              <a:gd name="connsiteX21" fmla="*/ 529394 w 1443036"/>
              <a:gd name="connsiteY21" fmla="*/ 399872 h 436158"/>
              <a:gd name="connsiteX22" fmla="*/ 493108 w 1443036"/>
              <a:gd name="connsiteY22" fmla="*/ 436158 h 436158"/>
              <a:gd name="connsiteX23" fmla="*/ 456822 w 1443036"/>
              <a:gd name="connsiteY23" fmla="*/ 399872 h 436158"/>
              <a:gd name="connsiteX24" fmla="*/ 493108 w 1443036"/>
              <a:gd name="connsiteY24" fmla="*/ 363586 h 436158"/>
              <a:gd name="connsiteX25" fmla="*/ 264697 w 1443036"/>
              <a:gd name="connsiteY25" fmla="*/ 363586 h 436158"/>
              <a:gd name="connsiteX26" fmla="*/ 300983 w 1443036"/>
              <a:gd name="connsiteY26" fmla="*/ 399872 h 436158"/>
              <a:gd name="connsiteX27" fmla="*/ 264697 w 1443036"/>
              <a:gd name="connsiteY27" fmla="*/ 436158 h 436158"/>
              <a:gd name="connsiteX28" fmla="*/ 228411 w 1443036"/>
              <a:gd name="connsiteY28" fmla="*/ 399872 h 436158"/>
              <a:gd name="connsiteX29" fmla="*/ 264697 w 1443036"/>
              <a:gd name="connsiteY29" fmla="*/ 363586 h 436158"/>
              <a:gd name="connsiteX30" fmla="*/ 36286 w 1443036"/>
              <a:gd name="connsiteY30" fmla="*/ 363586 h 436158"/>
              <a:gd name="connsiteX31" fmla="*/ 72572 w 1443036"/>
              <a:gd name="connsiteY31" fmla="*/ 399872 h 436158"/>
              <a:gd name="connsiteX32" fmla="*/ 36286 w 1443036"/>
              <a:gd name="connsiteY32" fmla="*/ 436158 h 436158"/>
              <a:gd name="connsiteX33" fmla="*/ 0 w 1443036"/>
              <a:gd name="connsiteY33" fmla="*/ 399872 h 436158"/>
              <a:gd name="connsiteX34" fmla="*/ 36286 w 1443036"/>
              <a:gd name="connsiteY34" fmla="*/ 363586 h 436158"/>
              <a:gd name="connsiteX35" fmla="*/ 1406750 w 1443036"/>
              <a:gd name="connsiteY35" fmla="*/ 181793 h 436158"/>
              <a:gd name="connsiteX36" fmla="*/ 1443036 w 1443036"/>
              <a:gd name="connsiteY36" fmla="*/ 218079 h 436158"/>
              <a:gd name="connsiteX37" fmla="*/ 1406750 w 1443036"/>
              <a:gd name="connsiteY37" fmla="*/ 254365 h 436158"/>
              <a:gd name="connsiteX38" fmla="*/ 1370464 w 1443036"/>
              <a:gd name="connsiteY38" fmla="*/ 218079 h 436158"/>
              <a:gd name="connsiteX39" fmla="*/ 1406750 w 1443036"/>
              <a:gd name="connsiteY39" fmla="*/ 181793 h 436158"/>
              <a:gd name="connsiteX40" fmla="*/ 1178341 w 1443036"/>
              <a:gd name="connsiteY40" fmla="*/ 181793 h 436158"/>
              <a:gd name="connsiteX41" fmla="*/ 1214627 w 1443036"/>
              <a:gd name="connsiteY41" fmla="*/ 218079 h 436158"/>
              <a:gd name="connsiteX42" fmla="*/ 1178341 w 1443036"/>
              <a:gd name="connsiteY42" fmla="*/ 254365 h 436158"/>
              <a:gd name="connsiteX43" fmla="*/ 1142055 w 1443036"/>
              <a:gd name="connsiteY43" fmla="*/ 218079 h 436158"/>
              <a:gd name="connsiteX44" fmla="*/ 1178341 w 1443036"/>
              <a:gd name="connsiteY44" fmla="*/ 181793 h 436158"/>
              <a:gd name="connsiteX45" fmla="*/ 949930 w 1443036"/>
              <a:gd name="connsiteY45" fmla="*/ 181793 h 436158"/>
              <a:gd name="connsiteX46" fmla="*/ 986216 w 1443036"/>
              <a:gd name="connsiteY46" fmla="*/ 218079 h 436158"/>
              <a:gd name="connsiteX47" fmla="*/ 949930 w 1443036"/>
              <a:gd name="connsiteY47" fmla="*/ 254365 h 436158"/>
              <a:gd name="connsiteX48" fmla="*/ 913644 w 1443036"/>
              <a:gd name="connsiteY48" fmla="*/ 218079 h 436158"/>
              <a:gd name="connsiteX49" fmla="*/ 949930 w 1443036"/>
              <a:gd name="connsiteY49" fmla="*/ 181793 h 436158"/>
              <a:gd name="connsiteX50" fmla="*/ 721519 w 1443036"/>
              <a:gd name="connsiteY50" fmla="*/ 181793 h 436158"/>
              <a:gd name="connsiteX51" fmla="*/ 757805 w 1443036"/>
              <a:gd name="connsiteY51" fmla="*/ 218079 h 436158"/>
              <a:gd name="connsiteX52" fmla="*/ 721519 w 1443036"/>
              <a:gd name="connsiteY52" fmla="*/ 254365 h 436158"/>
              <a:gd name="connsiteX53" fmla="*/ 685233 w 1443036"/>
              <a:gd name="connsiteY53" fmla="*/ 218079 h 436158"/>
              <a:gd name="connsiteX54" fmla="*/ 721519 w 1443036"/>
              <a:gd name="connsiteY54" fmla="*/ 181793 h 436158"/>
              <a:gd name="connsiteX55" fmla="*/ 493108 w 1443036"/>
              <a:gd name="connsiteY55" fmla="*/ 181793 h 436158"/>
              <a:gd name="connsiteX56" fmla="*/ 529394 w 1443036"/>
              <a:gd name="connsiteY56" fmla="*/ 218079 h 436158"/>
              <a:gd name="connsiteX57" fmla="*/ 493108 w 1443036"/>
              <a:gd name="connsiteY57" fmla="*/ 254365 h 436158"/>
              <a:gd name="connsiteX58" fmla="*/ 456822 w 1443036"/>
              <a:gd name="connsiteY58" fmla="*/ 218079 h 436158"/>
              <a:gd name="connsiteX59" fmla="*/ 493108 w 1443036"/>
              <a:gd name="connsiteY59" fmla="*/ 181793 h 436158"/>
              <a:gd name="connsiteX60" fmla="*/ 264697 w 1443036"/>
              <a:gd name="connsiteY60" fmla="*/ 181793 h 436158"/>
              <a:gd name="connsiteX61" fmla="*/ 300983 w 1443036"/>
              <a:gd name="connsiteY61" fmla="*/ 218079 h 436158"/>
              <a:gd name="connsiteX62" fmla="*/ 264697 w 1443036"/>
              <a:gd name="connsiteY62" fmla="*/ 254365 h 436158"/>
              <a:gd name="connsiteX63" fmla="*/ 228411 w 1443036"/>
              <a:gd name="connsiteY63" fmla="*/ 218079 h 436158"/>
              <a:gd name="connsiteX64" fmla="*/ 264697 w 1443036"/>
              <a:gd name="connsiteY64" fmla="*/ 181793 h 436158"/>
              <a:gd name="connsiteX65" fmla="*/ 36286 w 1443036"/>
              <a:gd name="connsiteY65" fmla="*/ 181793 h 436158"/>
              <a:gd name="connsiteX66" fmla="*/ 72572 w 1443036"/>
              <a:gd name="connsiteY66" fmla="*/ 218079 h 436158"/>
              <a:gd name="connsiteX67" fmla="*/ 36286 w 1443036"/>
              <a:gd name="connsiteY67" fmla="*/ 254365 h 436158"/>
              <a:gd name="connsiteX68" fmla="*/ 0 w 1443036"/>
              <a:gd name="connsiteY68" fmla="*/ 218079 h 436158"/>
              <a:gd name="connsiteX69" fmla="*/ 36286 w 1443036"/>
              <a:gd name="connsiteY69" fmla="*/ 181793 h 436158"/>
              <a:gd name="connsiteX70" fmla="*/ 1406750 w 1443036"/>
              <a:gd name="connsiteY70" fmla="*/ 0 h 436158"/>
              <a:gd name="connsiteX71" fmla="*/ 1443036 w 1443036"/>
              <a:gd name="connsiteY71" fmla="*/ 36286 h 436158"/>
              <a:gd name="connsiteX72" fmla="*/ 1406750 w 1443036"/>
              <a:gd name="connsiteY72" fmla="*/ 72572 h 436158"/>
              <a:gd name="connsiteX73" fmla="*/ 1370464 w 1443036"/>
              <a:gd name="connsiteY73" fmla="*/ 36286 h 436158"/>
              <a:gd name="connsiteX74" fmla="*/ 1406750 w 1443036"/>
              <a:gd name="connsiteY74" fmla="*/ 0 h 436158"/>
              <a:gd name="connsiteX75" fmla="*/ 1178341 w 1443036"/>
              <a:gd name="connsiteY75" fmla="*/ 0 h 436158"/>
              <a:gd name="connsiteX76" fmla="*/ 1214627 w 1443036"/>
              <a:gd name="connsiteY76" fmla="*/ 36286 h 436158"/>
              <a:gd name="connsiteX77" fmla="*/ 1178341 w 1443036"/>
              <a:gd name="connsiteY77" fmla="*/ 72572 h 436158"/>
              <a:gd name="connsiteX78" fmla="*/ 1142055 w 1443036"/>
              <a:gd name="connsiteY78" fmla="*/ 36286 h 436158"/>
              <a:gd name="connsiteX79" fmla="*/ 1178341 w 1443036"/>
              <a:gd name="connsiteY79" fmla="*/ 0 h 436158"/>
              <a:gd name="connsiteX80" fmla="*/ 949930 w 1443036"/>
              <a:gd name="connsiteY80" fmla="*/ 0 h 436158"/>
              <a:gd name="connsiteX81" fmla="*/ 986216 w 1443036"/>
              <a:gd name="connsiteY81" fmla="*/ 36286 h 436158"/>
              <a:gd name="connsiteX82" fmla="*/ 949930 w 1443036"/>
              <a:gd name="connsiteY82" fmla="*/ 72572 h 436158"/>
              <a:gd name="connsiteX83" fmla="*/ 913644 w 1443036"/>
              <a:gd name="connsiteY83" fmla="*/ 36286 h 436158"/>
              <a:gd name="connsiteX84" fmla="*/ 949930 w 1443036"/>
              <a:gd name="connsiteY84" fmla="*/ 0 h 436158"/>
              <a:gd name="connsiteX85" fmla="*/ 721519 w 1443036"/>
              <a:gd name="connsiteY85" fmla="*/ 0 h 436158"/>
              <a:gd name="connsiteX86" fmla="*/ 757805 w 1443036"/>
              <a:gd name="connsiteY86" fmla="*/ 36286 h 436158"/>
              <a:gd name="connsiteX87" fmla="*/ 721519 w 1443036"/>
              <a:gd name="connsiteY87" fmla="*/ 72572 h 436158"/>
              <a:gd name="connsiteX88" fmla="*/ 685233 w 1443036"/>
              <a:gd name="connsiteY88" fmla="*/ 36286 h 436158"/>
              <a:gd name="connsiteX89" fmla="*/ 721519 w 1443036"/>
              <a:gd name="connsiteY89" fmla="*/ 0 h 436158"/>
              <a:gd name="connsiteX90" fmla="*/ 493108 w 1443036"/>
              <a:gd name="connsiteY90" fmla="*/ 0 h 436158"/>
              <a:gd name="connsiteX91" fmla="*/ 529394 w 1443036"/>
              <a:gd name="connsiteY91" fmla="*/ 36286 h 436158"/>
              <a:gd name="connsiteX92" fmla="*/ 493108 w 1443036"/>
              <a:gd name="connsiteY92" fmla="*/ 72572 h 436158"/>
              <a:gd name="connsiteX93" fmla="*/ 456822 w 1443036"/>
              <a:gd name="connsiteY93" fmla="*/ 36286 h 436158"/>
              <a:gd name="connsiteX94" fmla="*/ 493108 w 1443036"/>
              <a:gd name="connsiteY94" fmla="*/ 0 h 436158"/>
              <a:gd name="connsiteX95" fmla="*/ 264697 w 1443036"/>
              <a:gd name="connsiteY95" fmla="*/ 0 h 436158"/>
              <a:gd name="connsiteX96" fmla="*/ 300983 w 1443036"/>
              <a:gd name="connsiteY96" fmla="*/ 36286 h 436158"/>
              <a:gd name="connsiteX97" fmla="*/ 264697 w 1443036"/>
              <a:gd name="connsiteY97" fmla="*/ 72572 h 436158"/>
              <a:gd name="connsiteX98" fmla="*/ 228411 w 1443036"/>
              <a:gd name="connsiteY98" fmla="*/ 36286 h 436158"/>
              <a:gd name="connsiteX99" fmla="*/ 264697 w 1443036"/>
              <a:gd name="connsiteY99" fmla="*/ 0 h 436158"/>
              <a:gd name="connsiteX100" fmla="*/ 36286 w 1443036"/>
              <a:gd name="connsiteY100" fmla="*/ 0 h 436158"/>
              <a:gd name="connsiteX101" fmla="*/ 72572 w 1443036"/>
              <a:gd name="connsiteY101" fmla="*/ 36286 h 436158"/>
              <a:gd name="connsiteX102" fmla="*/ 36286 w 1443036"/>
              <a:gd name="connsiteY102" fmla="*/ 72572 h 436158"/>
              <a:gd name="connsiteX103" fmla="*/ 0 w 1443036"/>
              <a:gd name="connsiteY103" fmla="*/ 36286 h 436158"/>
              <a:gd name="connsiteX104" fmla="*/ 36286 w 1443036"/>
              <a:gd name="connsiteY104" fmla="*/ 0 h 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443036" h="436158">
                <a:moveTo>
                  <a:pt x="1406750" y="363586"/>
                </a:moveTo>
                <a:cubicBezTo>
                  <a:pt x="1426790" y="363586"/>
                  <a:pt x="1443036" y="379832"/>
                  <a:pt x="1443036" y="399872"/>
                </a:cubicBezTo>
                <a:cubicBezTo>
                  <a:pt x="1443036" y="419912"/>
                  <a:pt x="1426790" y="436158"/>
                  <a:pt x="1406750" y="436158"/>
                </a:cubicBezTo>
                <a:cubicBezTo>
                  <a:pt x="1386710" y="436158"/>
                  <a:pt x="1370464" y="419912"/>
                  <a:pt x="1370464" y="399872"/>
                </a:cubicBezTo>
                <a:cubicBezTo>
                  <a:pt x="1370464" y="379832"/>
                  <a:pt x="1386710" y="363586"/>
                  <a:pt x="1406750" y="363586"/>
                </a:cubicBezTo>
                <a:close/>
                <a:moveTo>
                  <a:pt x="1178341" y="363586"/>
                </a:moveTo>
                <a:cubicBezTo>
                  <a:pt x="1198381" y="363586"/>
                  <a:pt x="1214627" y="379832"/>
                  <a:pt x="1214627" y="399872"/>
                </a:cubicBezTo>
                <a:cubicBezTo>
                  <a:pt x="1214627" y="419912"/>
                  <a:pt x="1198381" y="436158"/>
                  <a:pt x="1178341" y="436158"/>
                </a:cubicBezTo>
                <a:cubicBezTo>
                  <a:pt x="1158301" y="436158"/>
                  <a:pt x="1142055" y="419912"/>
                  <a:pt x="1142055" y="399872"/>
                </a:cubicBezTo>
                <a:cubicBezTo>
                  <a:pt x="1142055" y="379832"/>
                  <a:pt x="1158301" y="363586"/>
                  <a:pt x="1178341" y="363586"/>
                </a:cubicBezTo>
                <a:close/>
                <a:moveTo>
                  <a:pt x="949930" y="363586"/>
                </a:moveTo>
                <a:cubicBezTo>
                  <a:pt x="969970" y="363586"/>
                  <a:pt x="986216" y="379832"/>
                  <a:pt x="986216" y="399872"/>
                </a:cubicBezTo>
                <a:cubicBezTo>
                  <a:pt x="986216" y="419912"/>
                  <a:pt x="969970" y="436158"/>
                  <a:pt x="949930" y="436158"/>
                </a:cubicBezTo>
                <a:cubicBezTo>
                  <a:pt x="929890" y="436158"/>
                  <a:pt x="913644" y="419912"/>
                  <a:pt x="913644" y="399872"/>
                </a:cubicBezTo>
                <a:cubicBezTo>
                  <a:pt x="913644" y="379832"/>
                  <a:pt x="929890" y="363586"/>
                  <a:pt x="949930" y="363586"/>
                </a:cubicBezTo>
                <a:close/>
                <a:moveTo>
                  <a:pt x="721519" y="363586"/>
                </a:moveTo>
                <a:cubicBezTo>
                  <a:pt x="741559" y="363586"/>
                  <a:pt x="757805" y="379832"/>
                  <a:pt x="757805" y="399872"/>
                </a:cubicBezTo>
                <a:cubicBezTo>
                  <a:pt x="757805" y="419912"/>
                  <a:pt x="741559" y="436158"/>
                  <a:pt x="721519" y="436158"/>
                </a:cubicBezTo>
                <a:cubicBezTo>
                  <a:pt x="701479" y="436158"/>
                  <a:pt x="685233" y="419912"/>
                  <a:pt x="685233" y="399872"/>
                </a:cubicBezTo>
                <a:cubicBezTo>
                  <a:pt x="685233" y="379832"/>
                  <a:pt x="701479" y="363586"/>
                  <a:pt x="721519" y="363586"/>
                </a:cubicBezTo>
                <a:close/>
                <a:moveTo>
                  <a:pt x="493108" y="363586"/>
                </a:moveTo>
                <a:cubicBezTo>
                  <a:pt x="513148" y="363586"/>
                  <a:pt x="529394" y="379832"/>
                  <a:pt x="529394" y="399872"/>
                </a:cubicBezTo>
                <a:cubicBezTo>
                  <a:pt x="529394" y="419912"/>
                  <a:pt x="513148" y="436158"/>
                  <a:pt x="493108" y="436158"/>
                </a:cubicBezTo>
                <a:cubicBezTo>
                  <a:pt x="473068" y="436158"/>
                  <a:pt x="456822" y="419912"/>
                  <a:pt x="456822" y="399872"/>
                </a:cubicBezTo>
                <a:cubicBezTo>
                  <a:pt x="456822" y="379832"/>
                  <a:pt x="473068" y="363586"/>
                  <a:pt x="493108" y="363586"/>
                </a:cubicBezTo>
                <a:close/>
                <a:moveTo>
                  <a:pt x="264697" y="363586"/>
                </a:moveTo>
                <a:cubicBezTo>
                  <a:pt x="284737" y="363586"/>
                  <a:pt x="300983" y="379832"/>
                  <a:pt x="300983" y="399872"/>
                </a:cubicBezTo>
                <a:cubicBezTo>
                  <a:pt x="300983" y="419912"/>
                  <a:pt x="284737" y="436158"/>
                  <a:pt x="264697" y="436158"/>
                </a:cubicBezTo>
                <a:cubicBezTo>
                  <a:pt x="244657" y="436158"/>
                  <a:pt x="228411" y="419912"/>
                  <a:pt x="228411" y="399872"/>
                </a:cubicBezTo>
                <a:cubicBezTo>
                  <a:pt x="228411" y="379832"/>
                  <a:pt x="244657" y="363586"/>
                  <a:pt x="264697" y="363586"/>
                </a:cubicBezTo>
                <a:close/>
                <a:moveTo>
                  <a:pt x="36286" y="363586"/>
                </a:moveTo>
                <a:cubicBezTo>
                  <a:pt x="56326" y="363586"/>
                  <a:pt x="72572" y="379832"/>
                  <a:pt x="72572" y="399872"/>
                </a:cubicBezTo>
                <a:cubicBezTo>
                  <a:pt x="72572" y="419912"/>
                  <a:pt x="56326" y="436158"/>
                  <a:pt x="36286" y="436158"/>
                </a:cubicBezTo>
                <a:cubicBezTo>
                  <a:pt x="16246" y="436158"/>
                  <a:pt x="0" y="419912"/>
                  <a:pt x="0" y="399872"/>
                </a:cubicBezTo>
                <a:cubicBezTo>
                  <a:pt x="0" y="379832"/>
                  <a:pt x="16246" y="363586"/>
                  <a:pt x="36286" y="363586"/>
                </a:cubicBezTo>
                <a:close/>
                <a:moveTo>
                  <a:pt x="1406750" y="181793"/>
                </a:moveTo>
                <a:cubicBezTo>
                  <a:pt x="1426790" y="181793"/>
                  <a:pt x="1443036" y="198039"/>
                  <a:pt x="1443036" y="218079"/>
                </a:cubicBezTo>
                <a:cubicBezTo>
                  <a:pt x="1443036" y="238119"/>
                  <a:pt x="1426790" y="254365"/>
                  <a:pt x="1406750" y="254365"/>
                </a:cubicBezTo>
                <a:cubicBezTo>
                  <a:pt x="1386710" y="254365"/>
                  <a:pt x="1370464" y="238119"/>
                  <a:pt x="1370464" y="218079"/>
                </a:cubicBezTo>
                <a:cubicBezTo>
                  <a:pt x="1370464" y="198039"/>
                  <a:pt x="1386710" y="181793"/>
                  <a:pt x="1406750" y="181793"/>
                </a:cubicBezTo>
                <a:close/>
                <a:moveTo>
                  <a:pt x="1178341" y="181793"/>
                </a:moveTo>
                <a:cubicBezTo>
                  <a:pt x="1198381" y="181793"/>
                  <a:pt x="1214627" y="198039"/>
                  <a:pt x="1214627" y="218079"/>
                </a:cubicBezTo>
                <a:cubicBezTo>
                  <a:pt x="1214627" y="238119"/>
                  <a:pt x="1198381" y="254365"/>
                  <a:pt x="1178341" y="254365"/>
                </a:cubicBezTo>
                <a:cubicBezTo>
                  <a:pt x="1158301" y="254365"/>
                  <a:pt x="1142055" y="238119"/>
                  <a:pt x="1142055" y="218079"/>
                </a:cubicBezTo>
                <a:cubicBezTo>
                  <a:pt x="1142055" y="198039"/>
                  <a:pt x="1158301" y="181793"/>
                  <a:pt x="1178341" y="181793"/>
                </a:cubicBezTo>
                <a:close/>
                <a:moveTo>
                  <a:pt x="949930" y="181793"/>
                </a:moveTo>
                <a:cubicBezTo>
                  <a:pt x="969970" y="181793"/>
                  <a:pt x="986216" y="198039"/>
                  <a:pt x="986216" y="218079"/>
                </a:cubicBezTo>
                <a:cubicBezTo>
                  <a:pt x="986216" y="238119"/>
                  <a:pt x="969970" y="254365"/>
                  <a:pt x="949930" y="254365"/>
                </a:cubicBezTo>
                <a:cubicBezTo>
                  <a:pt x="929890" y="254365"/>
                  <a:pt x="913644" y="238119"/>
                  <a:pt x="913644" y="218079"/>
                </a:cubicBezTo>
                <a:cubicBezTo>
                  <a:pt x="913644" y="198039"/>
                  <a:pt x="929890" y="181793"/>
                  <a:pt x="949930" y="181793"/>
                </a:cubicBezTo>
                <a:close/>
                <a:moveTo>
                  <a:pt x="721519" y="181793"/>
                </a:moveTo>
                <a:cubicBezTo>
                  <a:pt x="741559" y="181793"/>
                  <a:pt x="757805" y="198039"/>
                  <a:pt x="757805" y="218079"/>
                </a:cubicBezTo>
                <a:cubicBezTo>
                  <a:pt x="757805" y="238119"/>
                  <a:pt x="741559" y="254365"/>
                  <a:pt x="721519" y="254365"/>
                </a:cubicBezTo>
                <a:cubicBezTo>
                  <a:pt x="701479" y="254365"/>
                  <a:pt x="685233" y="238119"/>
                  <a:pt x="685233" y="218079"/>
                </a:cubicBezTo>
                <a:cubicBezTo>
                  <a:pt x="685233" y="198039"/>
                  <a:pt x="701479" y="181793"/>
                  <a:pt x="721519" y="181793"/>
                </a:cubicBezTo>
                <a:close/>
                <a:moveTo>
                  <a:pt x="493108" y="181793"/>
                </a:moveTo>
                <a:cubicBezTo>
                  <a:pt x="513148" y="181793"/>
                  <a:pt x="529394" y="198039"/>
                  <a:pt x="529394" y="218079"/>
                </a:cubicBezTo>
                <a:cubicBezTo>
                  <a:pt x="529394" y="238119"/>
                  <a:pt x="513148" y="254365"/>
                  <a:pt x="493108" y="254365"/>
                </a:cubicBezTo>
                <a:cubicBezTo>
                  <a:pt x="473068" y="254365"/>
                  <a:pt x="456822" y="238119"/>
                  <a:pt x="456822" y="218079"/>
                </a:cubicBezTo>
                <a:cubicBezTo>
                  <a:pt x="456822" y="198039"/>
                  <a:pt x="473068" y="181793"/>
                  <a:pt x="493108" y="181793"/>
                </a:cubicBezTo>
                <a:close/>
                <a:moveTo>
                  <a:pt x="264697" y="181793"/>
                </a:moveTo>
                <a:cubicBezTo>
                  <a:pt x="284737" y="181793"/>
                  <a:pt x="300983" y="198039"/>
                  <a:pt x="300983" y="218079"/>
                </a:cubicBezTo>
                <a:cubicBezTo>
                  <a:pt x="300983" y="238119"/>
                  <a:pt x="284737" y="254365"/>
                  <a:pt x="264697" y="254365"/>
                </a:cubicBezTo>
                <a:cubicBezTo>
                  <a:pt x="244657" y="254365"/>
                  <a:pt x="228411" y="238119"/>
                  <a:pt x="228411" y="218079"/>
                </a:cubicBezTo>
                <a:cubicBezTo>
                  <a:pt x="228411" y="198039"/>
                  <a:pt x="244657" y="181793"/>
                  <a:pt x="264697" y="181793"/>
                </a:cubicBezTo>
                <a:close/>
                <a:moveTo>
                  <a:pt x="36286" y="181793"/>
                </a:moveTo>
                <a:cubicBezTo>
                  <a:pt x="56326" y="181793"/>
                  <a:pt x="72572" y="198039"/>
                  <a:pt x="72572" y="218079"/>
                </a:cubicBezTo>
                <a:cubicBezTo>
                  <a:pt x="72572" y="238119"/>
                  <a:pt x="56326" y="254365"/>
                  <a:pt x="36286" y="254365"/>
                </a:cubicBezTo>
                <a:cubicBezTo>
                  <a:pt x="16246" y="254365"/>
                  <a:pt x="0" y="238119"/>
                  <a:pt x="0" y="218079"/>
                </a:cubicBezTo>
                <a:cubicBezTo>
                  <a:pt x="0" y="198039"/>
                  <a:pt x="16246" y="181793"/>
                  <a:pt x="36286" y="181793"/>
                </a:cubicBezTo>
                <a:close/>
                <a:moveTo>
                  <a:pt x="1406750" y="0"/>
                </a:moveTo>
                <a:cubicBezTo>
                  <a:pt x="1426790" y="0"/>
                  <a:pt x="1443036" y="16246"/>
                  <a:pt x="1443036" y="36286"/>
                </a:cubicBezTo>
                <a:cubicBezTo>
                  <a:pt x="1443036" y="56326"/>
                  <a:pt x="1426790" y="72572"/>
                  <a:pt x="1406750" y="72572"/>
                </a:cubicBezTo>
                <a:cubicBezTo>
                  <a:pt x="1386710" y="72572"/>
                  <a:pt x="1370464" y="56326"/>
                  <a:pt x="1370464" y="36286"/>
                </a:cubicBezTo>
                <a:cubicBezTo>
                  <a:pt x="1370464" y="16246"/>
                  <a:pt x="1386710" y="0"/>
                  <a:pt x="1406750" y="0"/>
                </a:cubicBezTo>
                <a:close/>
                <a:moveTo>
                  <a:pt x="1178341" y="0"/>
                </a:moveTo>
                <a:cubicBezTo>
                  <a:pt x="1198381" y="0"/>
                  <a:pt x="1214627" y="16246"/>
                  <a:pt x="1214627" y="36286"/>
                </a:cubicBezTo>
                <a:cubicBezTo>
                  <a:pt x="1214627" y="56326"/>
                  <a:pt x="1198381" y="72572"/>
                  <a:pt x="1178341" y="72572"/>
                </a:cubicBezTo>
                <a:cubicBezTo>
                  <a:pt x="1158301" y="72572"/>
                  <a:pt x="1142055" y="56326"/>
                  <a:pt x="1142055" y="36286"/>
                </a:cubicBezTo>
                <a:cubicBezTo>
                  <a:pt x="1142055" y="16246"/>
                  <a:pt x="1158301" y="0"/>
                  <a:pt x="1178341" y="0"/>
                </a:cubicBezTo>
                <a:close/>
                <a:moveTo>
                  <a:pt x="949930" y="0"/>
                </a:moveTo>
                <a:cubicBezTo>
                  <a:pt x="969970" y="0"/>
                  <a:pt x="986216" y="16246"/>
                  <a:pt x="986216" y="36286"/>
                </a:cubicBezTo>
                <a:cubicBezTo>
                  <a:pt x="986216" y="56326"/>
                  <a:pt x="969970" y="72572"/>
                  <a:pt x="949930" y="72572"/>
                </a:cubicBezTo>
                <a:cubicBezTo>
                  <a:pt x="929890" y="72572"/>
                  <a:pt x="913644" y="56326"/>
                  <a:pt x="913644" y="36286"/>
                </a:cubicBezTo>
                <a:cubicBezTo>
                  <a:pt x="913644" y="16246"/>
                  <a:pt x="929890" y="0"/>
                  <a:pt x="949930" y="0"/>
                </a:cubicBezTo>
                <a:close/>
                <a:moveTo>
                  <a:pt x="721519" y="0"/>
                </a:moveTo>
                <a:cubicBezTo>
                  <a:pt x="741559" y="0"/>
                  <a:pt x="757805" y="16246"/>
                  <a:pt x="757805" y="36286"/>
                </a:cubicBezTo>
                <a:cubicBezTo>
                  <a:pt x="757805" y="56326"/>
                  <a:pt x="741559" y="72572"/>
                  <a:pt x="721519" y="72572"/>
                </a:cubicBezTo>
                <a:cubicBezTo>
                  <a:pt x="701479" y="72572"/>
                  <a:pt x="685233" y="56326"/>
                  <a:pt x="685233" y="36286"/>
                </a:cubicBezTo>
                <a:cubicBezTo>
                  <a:pt x="685233" y="16246"/>
                  <a:pt x="701479" y="0"/>
                  <a:pt x="721519" y="0"/>
                </a:cubicBezTo>
                <a:close/>
                <a:moveTo>
                  <a:pt x="493108" y="0"/>
                </a:moveTo>
                <a:cubicBezTo>
                  <a:pt x="513148" y="0"/>
                  <a:pt x="529394" y="16246"/>
                  <a:pt x="529394" y="36286"/>
                </a:cubicBezTo>
                <a:cubicBezTo>
                  <a:pt x="529394" y="56326"/>
                  <a:pt x="513148" y="72572"/>
                  <a:pt x="493108" y="72572"/>
                </a:cubicBezTo>
                <a:cubicBezTo>
                  <a:pt x="473068" y="72572"/>
                  <a:pt x="456822" y="56326"/>
                  <a:pt x="456822" y="36286"/>
                </a:cubicBezTo>
                <a:cubicBezTo>
                  <a:pt x="456822" y="16246"/>
                  <a:pt x="473068" y="0"/>
                  <a:pt x="493108" y="0"/>
                </a:cubicBezTo>
                <a:close/>
                <a:moveTo>
                  <a:pt x="264697" y="0"/>
                </a:moveTo>
                <a:cubicBezTo>
                  <a:pt x="284737" y="0"/>
                  <a:pt x="300983" y="16246"/>
                  <a:pt x="300983" y="36286"/>
                </a:cubicBezTo>
                <a:cubicBezTo>
                  <a:pt x="300983" y="56326"/>
                  <a:pt x="284737" y="72572"/>
                  <a:pt x="264697" y="72572"/>
                </a:cubicBezTo>
                <a:cubicBezTo>
                  <a:pt x="244657" y="72572"/>
                  <a:pt x="228411" y="56326"/>
                  <a:pt x="228411" y="36286"/>
                </a:cubicBezTo>
                <a:cubicBezTo>
                  <a:pt x="228411" y="16246"/>
                  <a:pt x="244657" y="0"/>
                  <a:pt x="264697" y="0"/>
                </a:cubicBezTo>
                <a:close/>
                <a:moveTo>
                  <a:pt x="36286" y="0"/>
                </a:moveTo>
                <a:cubicBezTo>
                  <a:pt x="56326" y="0"/>
                  <a:pt x="72572" y="16246"/>
                  <a:pt x="72572" y="36286"/>
                </a:cubicBezTo>
                <a:cubicBezTo>
                  <a:pt x="72572" y="56326"/>
                  <a:pt x="56326" y="72572"/>
                  <a:pt x="36286" y="72572"/>
                </a:cubicBezTo>
                <a:cubicBezTo>
                  <a:pt x="16246" y="72572"/>
                  <a:pt x="0" y="56326"/>
                  <a:pt x="0" y="36286"/>
                </a:cubicBezTo>
                <a:cubicBezTo>
                  <a:pt x="0" y="16246"/>
                  <a:pt x="16246" y="0"/>
                  <a:pt x="36286" y="0"/>
                </a:cubicBezTo>
                <a:close/>
              </a:path>
            </a:pathLst>
          </a:custGeom>
          <a:gradFill flip="none" rotWithShape="1">
            <a:gsLst>
              <a:gs pos="0">
                <a:schemeClr val="accent1">
                  <a:lumMod val="40000"/>
                  <a:lumOff val="60000"/>
                </a:schemeClr>
              </a:gs>
              <a:gs pos="10000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标题 1"/>
          <p:cNvSpPr>
            <a:spLocks noGrp="1"/>
          </p:cNvSpPr>
          <p:nvPr>
            <p:ph type="ctrTitle" hasCustomPrompt="1"/>
            <p:custDataLst>
              <p:tags r:id="rId12"/>
            </p:custDataLst>
          </p:nvPr>
        </p:nvSpPr>
        <p:spPr>
          <a:xfrm>
            <a:off x="1073150" y="1501775"/>
            <a:ext cx="5751830" cy="2473325"/>
          </a:xfrm>
        </p:spPr>
        <p:txBody>
          <a:bodyPr wrap="square" anchor="b">
            <a:normAutofit/>
          </a:bodyPr>
          <a:lstStyle>
            <a:lvl1pPr algn="l">
              <a:lnSpc>
                <a:spcPct val="100000"/>
              </a:lnSpc>
              <a:defRPr sz="4400">
                <a:latin typeface="+mj-lt"/>
              </a:defRPr>
            </a:lvl1pPr>
          </a:lstStyle>
          <a:p>
            <a:r>
              <a:rPr lang="en-US" dirty="0">
                <a:latin typeface="+mj-lt"/>
              </a:rPr>
              <a:t>Click to add title</a:t>
            </a:r>
            <a:endParaRPr lang="en-US" dirty="0"/>
          </a:p>
        </p:txBody>
      </p:sp>
      <p:sp>
        <p:nvSpPr>
          <p:cNvPr id="3" name="副标题 2"/>
          <p:cNvSpPr>
            <a:spLocks noGrp="1"/>
          </p:cNvSpPr>
          <p:nvPr>
            <p:ph type="subTitle" idx="1" hasCustomPrompt="1"/>
            <p:custDataLst>
              <p:tags r:id="rId13"/>
            </p:custDataLst>
          </p:nvPr>
        </p:nvSpPr>
        <p:spPr>
          <a:xfrm>
            <a:off x="1073150" y="4025903"/>
            <a:ext cx="5151665" cy="972000"/>
          </a:xfrm>
        </p:spPr>
        <p:txBody>
          <a:bodyPr wrap="square">
            <a:normAutofit/>
          </a:bodyPr>
          <a:lstStyle>
            <a:lvl1pPr marL="0" indent="0" algn="l">
              <a:lnSpc>
                <a:spcPct val="100000"/>
              </a:lnSpc>
              <a:buNone/>
              <a:defRPr sz="2400" b="1">
                <a:latin typeface="+mj-lt"/>
              </a:defRPr>
            </a:lvl1pPr>
            <a:lvl2pPr marL="457200" indent="0" algn="ctr">
              <a:buNone/>
              <a:defRPr sz="2000">
                <a:latin typeface="+mj-lt"/>
              </a:defRPr>
            </a:lvl2pPr>
            <a:lvl3pPr marL="914400" indent="0" algn="ctr">
              <a:buNone/>
              <a:defRPr sz="1800">
                <a:latin typeface="+mj-lt"/>
              </a:defRPr>
            </a:lvl3pPr>
            <a:lvl4pPr marL="1371600" indent="0" algn="ctr">
              <a:buNone/>
              <a:defRPr sz="1600">
                <a:latin typeface="+mj-lt"/>
              </a:defRPr>
            </a:lvl4pPr>
            <a:lvl5pPr marL="1828800" indent="0" algn="ctr">
              <a:buNone/>
              <a:defRPr sz="1600">
                <a:latin typeface="+mj-lt"/>
              </a:defRPr>
            </a:lvl5pPr>
            <a:lvl6pPr marL="2286000" indent="0" algn="ctr">
              <a:buNone/>
              <a:defRPr sz="1600">
                <a:latin typeface="+mj-lt"/>
              </a:defRPr>
            </a:lvl6pPr>
            <a:lvl7pPr marL="2743200" indent="0" algn="ctr">
              <a:buNone/>
              <a:defRPr sz="1600">
                <a:latin typeface="+mj-lt"/>
              </a:defRPr>
            </a:lvl7pPr>
            <a:lvl8pPr marL="3200400" indent="0" algn="ctr">
              <a:buNone/>
              <a:defRPr sz="1600">
                <a:latin typeface="+mj-lt"/>
              </a:defRPr>
            </a:lvl8pPr>
            <a:lvl9pPr marL="3657600" indent="0" algn="ctr">
              <a:buNone/>
              <a:defRPr sz="1600">
                <a:latin typeface="+mj-lt"/>
              </a:defRPr>
            </a:lvl9pPr>
          </a:lstStyle>
          <a:p>
            <a:r>
              <a:rPr lang="en-US" dirty="0">
                <a:latin typeface="+mj-lt"/>
              </a:rPr>
              <a:t>Click to add subtitle</a:t>
            </a:r>
            <a:endParaRPr lang="en-US" dirty="0"/>
          </a:p>
        </p:txBody>
      </p:sp>
      <p:sp>
        <p:nvSpPr>
          <p:cNvPr id="4" name="日期占位符 3"/>
          <p:cNvSpPr>
            <a:spLocks noGrp="1"/>
          </p:cNvSpPr>
          <p:nvPr>
            <p:ph type="dt" sz="half" idx="10"/>
            <p:custDataLst>
              <p:tags r:id="rId14"/>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15"/>
            </p:custDataLst>
          </p:nvPr>
        </p:nvSpPr>
        <p:spPr/>
        <p:txBody>
          <a:bodyPr>
            <a:normAutofit/>
          </a:bodyPr>
          <a:lstStyle/>
          <a:p>
            <a:endParaRPr lang="en-US" dirty="0"/>
          </a:p>
        </p:txBody>
      </p:sp>
      <p:sp>
        <p:nvSpPr>
          <p:cNvPr id="6" name="灯片编号占位符 5"/>
          <p:cNvSpPr>
            <a:spLocks noGrp="1"/>
          </p:cNvSpPr>
          <p:nvPr>
            <p:ph type="sldNum" sz="quarter" idx="12"/>
            <p:custDataLst>
              <p:tags r:id="rId16"/>
            </p:custDataLst>
          </p:nvPr>
        </p:nvSpPr>
        <p:spPr>
          <a:xfrm>
            <a:off x="8610600" y="6356350"/>
            <a:ext cx="2743200" cy="365125"/>
          </a:xfrm>
        </p:spPr>
        <p:txBody>
          <a:bodyPr wrap="square">
            <a:normAutofit/>
          </a:bodyPr>
          <a:lstStyle/>
          <a:p>
            <a:fld id="{BE5F26B5-172A-4DC2-B0B7-181CFC56B87C}" type="slidenum">
              <a:rPr lang="en-US" smtClean="0"/>
            </a:fld>
            <a:endParaRPr lang="en-US"/>
          </a:p>
        </p:txBody>
      </p:sp>
      <p:sp>
        <p:nvSpPr>
          <p:cNvPr id="24" name="署名占位符 10"/>
          <p:cNvSpPr>
            <a:spLocks noGrp="1"/>
          </p:cNvSpPr>
          <p:nvPr>
            <p:ph type="body" sz="quarter" idx="17" hasCustomPrompt="1"/>
            <p:custDataLst>
              <p:tags r:id="rId17"/>
            </p:custDataLst>
          </p:nvPr>
        </p:nvSpPr>
        <p:spPr>
          <a:xfrm>
            <a:off x="1089025" y="5049075"/>
            <a:ext cx="2880000" cy="504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800">
                <a:solidFill>
                  <a:srgbClr val="FFFFFF"/>
                </a:solidFill>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r>
              <a:rPr lang="en-US"/>
              <a:t>Date Area</a:t>
            </a:r>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5F26B5-172A-4DC2-B0B7-181CFC56B87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image" Target="../media/image3.png"/><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custDataLst>
              <p:tags r:id="rId3"/>
            </p:custDataLst>
          </p:nvPr>
        </p:nvSpPr>
        <p:spPr>
          <a:xfrm>
            <a:off x="0" y="0"/>
            <a:ext cx="12192000" cy="6858000"/>
          </a:xfrm>
          <a:prstGeom prst="rect">
            <a:avLst/>
          </a:prstGeom>
          <a:gradFill>
            <a:gsLst>
              <a:gs pos="37000">
                <a:schemeClr val="bg1"/>
              </a:gs>
              <a:gs pos="91000">
                <a:schemeClr val="bg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90204" pitchFamily="34" charset="0"/>
            </a:endParaRPr>
          </a:p>
        </p:txBody>
      </p:sp>
      <p:pic>
        <p:nvPicPr>
          <p:cNvPr id="9" name="图片 8"/>
          <p:cNvPicPr>
            <a:picLocks noChangeAspect="1"/>
          </p:cNvPicPr>
          <p:nvPr userDrawn="1">
            <p:custDataLst>
              <p:tags r:id="rId4"/>
            </p:custDataLst>
          </p:nvPr>
        </p:nvPicPr>
        <p:blipFill rotWithShape="1">
          <a:blip r:embed="rId5" cstate="hqprint">
            <a:alphaModFix amt="7000"/>
            <a:extLst>
              <a:ext uri="{28A0092B-C50C-407E-A947-70E740481C1C}">
                <a14:useLocalDpi xmlns:a14="http://schemas.microsoft.com/office/drawing/2010/main" val="0"/>
              </a:ext>
            </a:extLst>
          </a:blip>
          <a:srcRect l="21898" t="7909" r="28870" b="29690"/>
          <a:stretch>
            <a:fillRect/>
          </a:stretch>
        </p:blipFill>
        <p:spPr>
          <a:xfrm>
            <a:off x="6081487" y="1227033"/>
            <a:ext cx="6110513" cy="5630967"/>
          </a:xfrm>
          <a:prstGeom prst="rect">
            <a:avLst/>
          </a:prstGeom>
        </p:spPr>
      </p:pic>
      <p:sp>
        <p:nvSpPr>
          <p:cNvPr id="2" name="标题占位符 1"/>
          <p:cNvSpPr>
            <a:spLocks noGrp="1"/>
          </p:cNvSpPr>
          <p:nvPr>
            <p:ph type="title"/>
            <p:custDataLst>
              <p:tags r:id="rId6"/>
            </p:custDataLst>
          </p:nvPr>
        </p:nvSpPr>
        <p:spPr>
          <a:xfrm>
            <a:off x="695960" y="360000"/>
            <a:ext cx="10800000" cy="72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7"/>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8"/>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90204" pitchFamily="34" charset="0"/>
              </a:defRPr>
            </a:lvl1pPr>
          </a:lstStyle>
          <a:p>
            <a:r>
              <a:rPr lang="en-US"/>
              <a:t>Date Area</a:t>
            </a:r>
            <a:endParaRPr lang="en-US"/>
          </a:p>
        </p:txBody>
      </p:sp>
      <p:sp>
        <p:nvSpPr>
          <p:cNvPr id="5" name="页脚占位符 4"/>
          <p:cNvSpPr>
            <a:spLocks noGrp="1"/>
          </p:cNvSpPr>
          <p:nvPr>
            <p:ph type="ftr" sz="quarter" idx="3"/>
            <p:custDataLst>
              <p:tags r:id="rId9"/>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Arial" panose="020B0604020202090204" pitchFamily="34" charset="0"/>
              </a:defRPr>
            </a:lvl1pPr>
          </a:lstStyle>
          <a:p>
            <a:endParaRPr lang="en-US" dirty="0"/>
          </a:p>
        </p:txBody>
      </p:sp>
      <p:sp>
        <p:nvSpPr>
          <p:cNvPr id="6" name="灯片编号占位符 5"/>
          <p:cNvSpPr>
            <a:spLocks noGrp="1"/>
          </p:cNvSpPr>
          <p:nvPr>
            <p:ph type="sldNum" sz="quarter" idx="4"/>
            <p:custDataLst>
              <p:tags r:id="rId10"/>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90204" pitchFamily="34" charset="0"/>
              </a:defRPr>
            </a:lvl1pPr>
          </a:lstStyle>
          <a:p>
            <a:fld id="{BE5F26B5-172A-4DC2-B0B7-181CFC56B87C}" type="slidenum">
              <a:rPr lang="en-US" smtClean="0"/>
            </a:fld>
            <a:endParaRPr lang="en-US"/>
          </a:p>
        </p:txBody>
      </p:sp>
      <p:sp>
        <p:nvSpPr>
          <p:cNvPr id="10" name="KSO_TEMPLATE" hidden="1"/>
          <p:cNvSpPr/>
          <p:nvPr userDrawn="1">
            <p:custDataLst>
              <p:tags r:id="rId11"/>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100000"/>
        </a:lnSpc>
        <a:spcBef>
          <a:spcPct val="0"/>
        </a:spcBef>
        <a:buNone/>
        <a:defRPr sz="3200" b="1" kern="1200">
          <a:solidFill>
            <a:schemeClr val="tx2"/>
          </a:solidFill>
          <a:latin typeface="Arial" panose="020B0604020202090204" pitchFamily="34" charset="0"/>
        </a:defRPr>
      </a:lvl1pPr>
    </p:titleStyle>
    <p:bodyStyle>
      <a:lvl1pPr marL="228600" indent="-228600" algn="l" defTabSz="914400" rtl="0" eaLnBrk="1" latinLnBrk="0" hangingPunct="1">
        <a:lnSpc>
          <a:spcPct val="130000"/>
        </a:lnSpc>
        <a:spcBef>
          <a:spcPts val="1000"/>
        </a:spcBef>
        <a:buFont typeface="Arial" panose="020B0604020202090204" pitchFamily="34" charset="0"/>
        <a:buChar char="•"/>
        <a:defRPr sz="2400" kern="1200">
          <a:solidFill>
            <a:schemeClr val="tx1"/>
          </a:solidFill>
          <a:latin typeface="Arial" panose="020B0604020202090204" pitchFamily="34" charset="0"/>
        </a:defRPr>
      </a:lvl1pPr>
      <a:lvl2pPr marL="538480" indent="-206375" algn="l" defTabSz="914400" rtl="0" eaLnBrk="1" latinLnBrk="0" hangingPunct="1">
        <a:lnSpc>
          <a:spcPct val="130000"/>
        </a:lnSpc>
        <a:spcBef>
          <a:spcPts val="0"/>
        </a:spcBef>
        <a:buFont typeface="Arial" panose="020B060402020209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9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9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9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署名"/>
          <p:cNvSpPr>
            <a:spLocks noGrp="1"/>
          </p:cNvSpPr>
          <p:nvPr>
            <p:custDataLst>
              <p:tags r:id="rId1"/>
            </p:custDataLst>
          </p:nvPr>
        </p:nvSpPr>
        <p:spPr>
          <a:xfrm>
            <a:off x="845820" y="3515995"/>
            <a:ext cx="5099685" cy="1189990"/>
          </a:xfrm>
          <a:prstGeom prst="roundRect">
            <a:avLst>
              <a:gd name="adj" fmla="val 50000"/>
            </a:avLst>
          </a:prstGeom>
          <a:gradFill>
            <a:gsLst>
              <a:gs pos="67000">
                <a:schemeClr val="accent1"/>
              </a:gs>
              <a:gs pos="100000">
                <a:schemeClr val="accent1">
                  <a:lumMod val="60000"/>
                  <a:lumOff val="40000"/>
                </a:schemeClr>
              </a:gs>
            </a:gsLst>
            <a:lin ang="2700000" scaled="0"/>
          </a:gradFill>
        </p:spPr>
        <p:txBody>
          <a:bodyPr vert="horz" lIns="0" tIns="0" rIns="0" bIns="0" rtlCol="0" anchor="ctr">
            <a:normAutofit lnSpcReduction="20000"/>
          </a:bodyPr>
          <a:lstStyle>
            <a:lvl1pPr marL="0" indent="0" algn="ctr" defTabSz="914400" rtl="0" eaLnBrk="1" latinLnBrk="0" hangingPunct="1">
              <a:lnSpc>
                <a:spcPct val="100000"/>
              </a:lnSpc>
              <a:spcBef>
                <a:spcPts val="1000"/>
              </a:spcBef>
              <a:buFont typeface="Arial" panose="020B0604020202090204" pitchFamily="34" charset="0"/>
              <a:buNone/>
              <a:defRPr sz="1600" b="1" kern="1200">
                <a:solidFill>
                  <a:schemeClr val="bg1"/>
                </a:solidFill>
                <a:latin typeface="+mn-lt"/>
                <a:ea typeface="Arial" panose="020B0604020202090204" pitchFamily="34" charset="0"/>
                <a:cs typeface="Arial" panose="020B0604020202090204" pitchFamily="34" charset="0"/>
                <a:sym typeface="Arial" panose="020B0604020202090204" pitchFamily="34" charset="0"/>
              </a:defRPr>
            </a:lvl1pPr>
            <a:lvl2pPr marL="538480" indent="-206375" algn="l" defTabSz="914400" rtl="0" eaLnBrk="1" latinLnBrk="0" hangingPunct="1">
              <a:lnSpc>
                <a:spcPct val="130000"/>
              </a:lnSpc>
              <a:spcBef>
                <a:spcPts val="0"/>
              </a:spcBef>
              <a:buFont typeface="Arial" panose="020B0604020202090204" pitchFamily="34" charset="0"/>
              <a:buChar char="•"/>
              <a:defRPr sz="16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90204" pitchFamily="34" charset="0"/>
              <a:buChar char="•"/>
              <a:defRPr sz="14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90204" pitchFamily="34" charset="0"/>
              <a:buChar char="•"/>
              <a:defRPr sz="12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90204" pitchFamily="34" charset="0"/>
              <a:buChar char="•"/>
              <a:defRPr sz="10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en-US">
                <a:solidFill>
                  <a:schemeClr val="bg1"/>
                </a:solidFill>
              </a:rPr>
              <a:t>Analysis of e-commerce sales, user interactions, customer behaviour, product performance, and promotional trends.</a:t>
            </a:r>
            <a:endParaRPr lang="en-US" altLang="en-US">
              <a:solidFill>
                <a:schemeClr val="bg1"/>
              </a:solidFill>
            </a:endParaRPr>
          </a:p>
        </p:txBody>
      </p:sp>
      <p:sp>
        <p:nvSpPr>
          <p:cNvPr id="4" name="标题"/>
          <p:cNvSpPr>
            <a:spLocks noGrp="1"/>
          </p:cNvSpPr>
          <p:nvPr>
            <p:ph type="ctrTitle"/>
            <p:custDataLst>
              <p:tags r:id="rId2"/>
            </p:custDataLst>
          </p:nvPr>
        </p:nvSpPr>
        <p:spPr>
          <a:xfrm>
            <a:off x="1089025" y="1501775"/>
            <a:ext cx="5735955" cy="1927860"/>
          </a:xfrm>
        </p:spPr>
        <p:txBody>
          <a:bodyPr>
            <a:normAutofit fontScale="90000"/>
          </a:bodyPr>
          <a:lstStyle/>
          <a:p>
            <a:r>
              <a:rPr lang="en-US" altLang="en-US" dirty="0"/>
              <a:t>E-Commerce Sales &amp; Promotion Analysis</a:t>
            </a:r>
            <a:endParaRPr lang="en-US" altLang="en-US" dirty="0"/>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50000">
              <a:schemeClr val="accent1"/>
            </a:gs>
            <a:gs pos="0">
              <a:schemeClr val="accent1">
                <a:lumMod val="25000"/>
                <a:lumOff val="75000"/>
              </a:schemeClr>
            </a:gs>
            <a:gs pos="100000">
              <a:schemeClr val="accent1">
                <a:lumMod val="85000"/>
              </a:schemeClr>
            </a:gs>
          </a:gsLst>
          <a:lin ang="5400000" scaled="1"/>
        </a:gradFill>
        <a:effectLst/>
      </p:bgPr>
    </p:bg>
    <p:spTree>
      <p:nvGrpSpPr>
        <p:cNvPr id="1" name=""/>
        <p:cNvGrpSpPr/>
        <p:nvPr/>
      </p:nvGrpSpPr>
      <p:grpSpPr/>
      <p:sp>
        <p:nvSpPr>
          <p:cNvPr id="4" name="Title 3"/>
          <p:cNvSpPr>
            <a:spLocks noGrp="1"/>
          </p:cNvSpPr>
          <p:nvPr>
            <p:ph type="title"/>
          </p:nvPr>
        </p:nvSpPr>
        <p:spPr/>
        <p:txBody>
          <a:bodyPr/>
          <a:p>
            <a:r>
              <a:rPr lang="en-US"/>
              <a:t>PROJECT OVERVIEW AND BUSINESS PROBLEM</a:t>
            </a:r>
            <a:endParaRPr lang="en-US"/>
          </a:p>
        </p:txBody>
      </p:sp>
      <p:sp>
        <p:nvSpPr>
          <p:cNvPr id="6" name="Text Box 5"/>
          <p:cNvSpPr txBox="1"/>
          <p:nvPr/>
        </p:nvSpPr>
        <p:spPr>
          <a:xfrm>
            <a:off x="6280785" y="1475740"/>
            <a:ext cx="5200650" cy="4699000"/>
          </a:xfrm>
          <a:prstGeom prst="rect">
            <a:avLst/>
          </a:prstGeom>
          <a:solidFill>
            <a:schemeClr val="accent1">
              <a:lumMod val="40000"/>
              <a:lumOff val="60000"/>
            </a:schemeClr>
          </a:solidFill>
          <a:ln>
            <a:solidFill>
              <a:schemeClr val="tx2"/>
            </a:solidFill>
          </a:ln>
        </p:spPr>
        <p:txBody>
          <a:bodyPr wrap="square" rtlCol="0">
            <a:normAutofit/>
          </a:bodyPr>
          <a:p>
            <a:pPr algn="l">
              <a:lnSpc>
                <a:spcPct val="130000"/>
              </a:lnSpc>
              <a:spcBef>
                <a:spcPts val="1000"/>
              </a:spcBef>
              <a:buClrTx/>
              <a:buSzTx/>
              <a:buNone/>
            </a:pPr>
            <a:r>
              <a:rPr lang="en-US" sz="2400" b="1">
                <a:latin typeface="Arial Bold" panose="020B0604020202090204" charset="0"/>
                <a:ea typeface="Arial" panose="020B0604020202090204" pitchFamily="34" charset="0"/>
                <a:cs typeface="Arial Bold" panose="020B0604020202090204" charset="0"/>
              </a:rPr>
              <a:t>Business Problem</a:t>
            </a:r>
            <a:endParaRPr lang="en-US" sz="2400" b="1">
              <a:latin typeface="Arial Bold" panose="020B0604020202090204" charset="0"/>
              <a:ea typeface="Arial" panose="020B0604020202090204" pitchFamily="34" charset="0"/>
              <a:cs typeface="Arial Bold" panose="020B0604020202090204" charset="0"/>
            </a:endParaRPr>
          </a:p>
          <a:p>
            <a:pPr algn="l">
              <a:lnSpc>
                <a:spcPct val="130000"/>
              </a:lnSpc>
              <a:spcBef>
                <a:spcPts val="1000"/>
              </a:spcBef>
              <a:buClrTx/>
              <a:buSzTx/>
              <a:buNone/>
            </a:pPr>
            <a:r>
              <a:rPr lang="en-US" altLang="en-US" sz="2000">
                <a:solidFill>
                  <a:schemeClr val="tx1">
                    <a:lumMod val="65000"/>
                    <a:lumOff val="35000"/>
                  </a:schemeClr>
                </a:solidFill>
                <a:ea typeface="Arial" panose="020B0604020202090204" pitchFamily="34" charset="0"/>
                <a:cs typeface="+mn-ea"/>
              </a:rPr>
              <a:t>The business needs to understand user activity and purchasing behavior across products, categories, channels, and locations. Without clear analysis, it can be difficult to identify high-performing products, peak days and time of user activity, important activity trends, and the relationship between promotional activity and user engagement.</a:t>
            </a:r>
            <a:endParaRPr lang="en-US" altLang="en-US" sz="2000">
              <a:solidFill>
                <a:schemeClr val="tx1">
                  <a:lumMod val="65000"/>
                  <a:lumOff val="35000"/>
                </a:schemeClr>
              </a:solidFill>
              <a:ea typeface="Arial" panose="020B0604020202090204" pitchFamily="34" charset="0"/>
              <a:cs typeface="+mn-ea"/>
            </a:endParaRPr>
          </a:p>
        </p:txBody>
      </p:sp>
      <p:sp>
        <p:nvSpPr>
          <p:cNvPr id="7" name="Text Box 6"/>
          <p:cNvSpPr txBox="1"/>
          <p:nvPr/>
        </p:nvSpPr>
        <p:spPr>
          <a:xfrm>
            <a:off x="712470" y="1476375"/>
            <a:ext cx="5200650" cy="4699635"/>
          </a:xfrm>
          <a:prstGeom prst="rect">
            <a:avLst/>
          </a:prstGeom>
          <a:solidFill>
            <a:schemeClr val="accent1">
              <a:lumMod val="40000"/>
              <a:lumOff val="60000"/>
            </a:schemeClr>
          </a:solidFill>
          <a:ln>
            <a:solidFill>
              <a:schemeClr val="tx2"/>
            </a:solidFill>
          </a:ln>
        </p:spPr>
        <p:style>
          <a:lnRef idx="0">
            <a:srgbClr val="FFFFFF"/>
          </a:lnRef>
          <a:fillRef idx="1">
            <a:schemeClr val="accent1"/>
          </a:fillRef>
          <a:effectRef idx="0">
            <a:srgbClr val="FFFFFF"/>
          </a:effectRef>
          <a:fontRef idx="minor">
            <a:schemeClr val="dk1"/>
          </a:fontRef>
        </p:style>
        <p:txBody>
          <a:bodyPr wrap="square" rtlCol="0">
            <a:normAutofit/>
          </a:bodyPr>
          <a:p>
            <a:pPr marL="0" algn="l">
              <a:buClrTx/>
              <a:buSzTx/>
              <a:buNone/>
            </a:pPr>
            <a:r>
              <a:rPr lang="en-US" sz="2400" b="1">
                <a:latin typeface="Arial Bold" panose="020B0604020202090204" charset="0"/>
                <a:cs typeface="Arial Bold" panose="020B0604020202090204" charset="0"/>
                <a:sym typeface="+mn-ea"/>
              </a:rPr>
              <a:t> </a:t>
            </a:r>
            <a:r>
              <a:rPr lang="en-US" sz="2400" b="1">
                <a:latin typeface="Arial Bold" panose="020B0604020202090204" charset="0"/>
                <a:ea typeface="Arial" panose="020B0604020202090204" pitchFamily="34" charset="0"/>
                <a:cs typeface="Arial Bold" panose="020B0604020202090204" charset="0"/>
                <a:sym typeface="+mn-ea"/>
              </a:rPr>
              <a:t>Project Overview</a:t>
            </a:r>
            <a:endParaRPr lang="en-US" sz="2400" b="1">
              <a:latin typeface="Arial Bold" panose="020B0604020202090204" charset="0"/>
              <a:cs typeface="Arial Bold" panose="020B0604020202090204" charset="0"/>
            </a:endParaRPr>
          </a:p>
          <a:p>
            <a:pPr marL="0" algn="l">
              <a:lnSpc>
                <a:spcPct val="130000"/>
              </a:lnSpc>
              <a:spcBef>
                <a:spcPts val="1000"/>
              </a:spcBef>
              <a:buClrTx/>
              <a:buSzTx/>
              <a:buFontTx/>
              <a:buNone/>
            </a:pPr>
            <a:r>
              <a:rPr lang="en-US" altLang="en-US" sz="2000">
                <a:solidFill>
                  <a:schemeClr val="tx1">
                    <a:lumMod val="65000"/>
                    <a:lumOff val="35000"/>
                  </a:schemeClr>
                </a:solidFill>
                <a:ea typeface="Arial" panose="020B0604020202090204" pitchFamily="34" charset="0"/>
                <a:cs typeface="+mn-ea"/>
                <a:sym typeface="+mn-ea"/>
              </a:rPr>
              <a:t>This project analyzes e-commerce user activity, product performance, customer behavior, and promotional activity using Excel, SQL, and Power BI. The analysis focuses on identifying activity trends, high-performing products and categories, channel patterns, and promotional activity to generate actionable business insights.</a:t>
            </a:r>
            <a:endParaRPr lang="en-US" altLang="en-US" sz="2000">
              <a:solidFill>
                <a:schemeClr val="tx1">
                  <a:lumMod val="65000"/>
                  <a:lumOff val="35000"/>
                </a:schemeClr>
              </a:solidFill>
              <a:ea typeface="Arial" panose="020B0604020202090204" pitchFamily="34" charset="0"/>
              <a:cs typeface="+mn-ea"/>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95960" y="360045"/>
            <a:ext cx="10800080" cy="638810"/>
          </a:xfrm>
        </p:spPr>
        <p:txBody>
          <a:bodyPr/>
          <a:p>
            <a:r>
              <a:rPr lang="en-US"/>
              <a:t>Project Objectives</a:t>
            </a:r>
            <a:endParaRPr lang="en-US"/>
          </a:p>
        </p:txBody>
      </p:sp>
      <p:sp>
        <p:nvSpPr>
          <p:cNvPr id="3" name="Text Placeholder 2"/>
          <p:cNvSpPr>
            <a:spLocks noGrp="1"/>
          </p:cNvSpPr>
          <p:nvPr>
            <p:ph type="body" idx="1"/>
          </p:nvPr>
        </p:nvSpPr>
        <p:spPr>
          <a:xfrm>
            <a:off x="695960" y="1263650"/>
            <a:ext cx="10800080" cy="4911725"/>
          </a:xfrm>
        </p:spPr>
        <p:txBody>
          <a:bodyPr/>
          <a:p>
            <a:endParaRPr lang="en-US"/>
          </a:p>
        </p:txBody>
      </p:sp>
      <p:sp>
        <p:nvSpPr>
          <p:cNvPr id="4" name="Rectangle 3"/>
          <p:cNvSpPr/>
          <p:nvPr/>
        </p:nvSpPr>
        <p:spPr>
          <a:xfrm>
            <a:off x="727710" y="1988185"/>
            <a:ext cx="10768330" cy="63817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Identify high-performing products and categories based on user activity.  </a:t>
            </a:r>
            <a:endParaRPr lang="en-US"/>
          </a:p>
        </p:txBody>
      </p:sp>
      <p:sp>
        <p:nvSpPr>
          <p:cNvPr id="8" name="Rectangle 7"/>
          <p:cNvSpPr/>
          <p:nvPr/>
        </p:nvSpPr>
        <p:spPr>
          <a:xfrm>
            <a:off x="727710" y="2781935"/>
            <a:ext cx="10768330" cy="63817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Analyze user activity across different channels and locations. </a:t>
            </a:r>
            <a:endParaRPr lang="en-US" altLang="en-US"/>
          </a:p>
        </p:txBody>
      </p:sp>
      <p:sp>
        <p:nvSpPr>
          <p:cNvPr id="9" name="Rectangle 8"/>
          <p:cNvSpPr/>
          <p:nvPr/>
        </p:nvSpPr>
        <p:spPr>
          <a:xfrm>
            <a:off x="727710" y="3575685"/>
            <a:ext cx="10768330" cy="63817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Identify peak days and time of user activity.</a:t>
            </a:r>
            <a:endParaRPr lang="en-US" altLang="en-US"/>
          </a:p>
        </p:txBody>
      </p:sp>
      <p:sp>
        <p:nvSpPr>
          <p:cNvPr id="10" name="Rectangle 9"/>
          <p:cNvSpPr/>
          <p:nvPr/>
        </p:nvSpPr>
        <p:spPr>
          <a:xfrm>
            <a:off x="695960" y="4369435"/>
            <a:ext cx="10768330" cy="63817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Analyze product prices and user scores to identify relevant patterns.</a:t>
            </a:r>
            <a:endParaRPr lang="en-US" altLang="en-US"/>
          </a:p>
        </p:txBody>
      </p:sp>
      <p:sp>
        <p:nvSpPr>
          <p:cNvPr id="11" name="Rectangle 10"/>
          <p:cNvSpPr/>
          <p:nvPr/>
        </p:nvSpPr>
        <p:spPr>
          <a:xfrm>
            <a:off x="695960" y="5163185"/>
            <a:ext cx="10768330" cy="63817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Examine promotional activity and discounts across products. </a:t>
            </a:r>
            <a:endParaRPr lang="en-US" altLang="en-US"/>
          </a:p>
        </p:txBody>
      </p:sp>
      <p:sp>
        <p:nvSpPr>
          <p:cNvPr id="12" name="Rectangle 11"/>
          <p:cNvSpPr/>
          <p:nvPr/>
        </p:nvSpPr>
        <p:spPr>
          <a:xfrm>
            <a:off x="695960" y="5956935"/>
            <a:ext cx="10768330" cy="63817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Generate business insights using Excel, SQL, and Power BI to support data-driven decision-making.</a:t>
            </a:r>
            <a:endParaRPr lang="en-US" altLang="en-US"/>
          </a:p>
        </p:txBody>
      </p:sp>
      <p:sp>
        <p:nvSpPr>
          <p:cNvPr id="13" name="Rectangle 12"/>
          <p:cNvSpPr/>
          <p:nvPr/>
        </p:nvSpPr>
        <p:spPr>
          <a:xfrm>
            <a:off x="727710" y="1194435"/>
            <a:ext cx="10768330" cy="63817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Analyze overall user activity and engagement across the e-commerce platform. </a:t>
            </a:r>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DATASET DESCRIPTION</a:t>
            </a:r>
            <a:endParaRPr lang="en-US"/>
          </a:p>
        </p:txBody>
      </p:sp>
      <p:sp>
        <p:nvSpPr>
          <p:cNvPr id="3" name="Text Placeholder 2"/>
          <p:cNvSpPr>
            <a:spLocks noGrp="1"/>
          </p:cNvSpPr>
          <p:nvPr>
            <p:ph type="body" idx="1"/>
          </p:nvPr>
        </p:nvSpPr>
        <p:spPr/>
        <p:txBody>
          <a:bodyPr>
            <a:normAutofit/>
          </a:bodyPr>
          <a:p>
            <a:pPr marL="0" indent="0">
              <a:buNone/>
            </a:pPr>
            <a:r>
              <a:rPr lang="en-US" altLang="en-US" sz="2000">
                <a:solidFill>
                  <a:schemeClr val="tx1">
                    <a:lumMod val="65000"/>
                    <a:lumOff val="35000"/>
                  </a:schemeClr>
                </a:solidFill>
                <a:latin typeface="+mn-lt"/>
                <a:cs typeface="+mn-ea"/>
              </a:rPr>
              <a:t>The  e-commerce sales dataset captures customer interactions, product details and sales activity across different dates, channels, and locations. The promotion dataset contains product IDs along with the percentage of discount applied to each product.</a:t>
            </a:r>
            <a:endParaRPr lang="en-US" altLang="en-US" sz="2000">
              <a:solidFill>
                <a:schemeClr val="tx1">
                  <a:lumMod val="65000"/>
                  <a:lumOff val="35000"/>
                </a:schemeClr>
              </a:solidFill>
              <a:latin typeface="+mn-lt"/>
              <a:cs typeface="+mn-ea"/>
            </a:endParaRPr>
          </a:p>
          <a:p>
            <a:pPr marL="0" indent="0">
              <a:buNone/>
            </a:pPr>
            <a:r>
              <a:rPr lang="en-US" altLang="en-US" sz="2000">
                <a:solidFill>
                  <a:schemeClr val="tx1">
                    <a:lumMod val="65000"/>
                    <a:lumOff val="35000"/>
                  </a:schemeClr>
                </a:solidFill>
                <a:latin typeface="+mn-lt"/>
                <a:cs typeface="+mn-ea"/>
              </a:rPr>
              <a:t>Columns of the dataset are:</a:t>
            </a:r>
            <a:endParaRPr lang="en-US" altLang="en-US" sz="2000">
              <a:solidFill>
                <a:schemeClr val="tx1">
                  <a:lumMod val="65000"/>
                  <a:lumOff val="35000"/>
                </a:schemeClr>
              </a:solidFill>
              <a:latin typeface="+mn-lt"/>
              <a:cs typeface="+mn-ea"/>
            </a:endParaRPr>
          </a:p>
          <a:p>
            <a:pPr marL="0" indent="0">
              <a:buNone/>
            </a:pPr>
            <a:r>
              <a:rPr lang="en-US" altLang="en-US" sz="2000" b="1">
                <a:solidFill>
                  <a:schemeClr val="tx1">
                    <a:lumMod val="65000"/>
                    <a:lumOff val="35000"/>
                  </a:schemeClr>
                </a:solidFill>
                <a:latin typeface="+mn-lt"/>
                <a:cs typeface="+mn-ea"/>
              </a:rPr>
              <a:t>Promotion dataset</a:t>
            </a:r>
            <a:endParaRPr lang="en-US" altLang="en-US" sz="2000" b="1">
              <a:solidFill>
                <a:schemeClr val="tx1">
                  <a:lumMod val="65000"/>
                  <a:lumOff val="35000"/>
                </a:schemeClr>
              </a:solidFill>
              <a:latin typeface="+mn-lt"/>
              <a:cs typeface="+mn-ea"/>
            </a:endParaRPr>
          </a:p>
          <a:p>
            <a:pPr marL="0" indent="0">
              <a:lnSpc>
                <a:spcPct val="150000"/>
              </a:lnSpc>
              <a:buNone/>
            </a:pPr>
            <a:r>
              <a:rPr lang="en-US" altLang="en-US" sz="2000">
                <a:solidFill>
                  <a:schemeClr val="accent1"/>
                </a:solidFill>
                <a:latin typeface="+mn-lt"/>
                <a:cs typeface="+mn-ea"/>
              </a:rPr>
              <a:t>Promotion Id:</a:t>
            </a:r>
            <a:r>
              <a:rPr lang="en-US" altLang="en-US" sz="2000">
                <a:solidFill>
                  <a:schemeClr val="tx1">
                    <a:lumMod val="65000"/>
                    <a:lumOff val="35000"/>
                  </a:schemeClr>
                </a:solidFill>
                <a:latin typeface="+mn-lt"/>
                <a:cs typeface="+mn-ea"/>
              </a:rPr>
              <a:t> Unique promotional campaign id.</a:t>
            </a:r>
            <a:endParaRPr lang="en-US" altLang="en-US" sz="2000">
              <a:solidFill>
                <a:schemeClr val="tx1">
                  <a:lumMod val="65000"/>
                  <a:lumOff val="35000"/>
                </a:schemeClr>
              </a:solidFill>
              <a:latin typeface="+mn-lt"/>
              <a:cs typeface="+mn-ea"/>
            </a:endParaRPr>
          </a:p>
          <a:p>
            <a:pPr marL="0" indent="0">
              <a:lnSpc>
                <a:spcPct val="150000"/>
              </a:lnSpc>
              <a:buNone/>
            </a:pPr>
            <a:r>
              <a:rPr lang="en-US" altLang="en-US" sz="2000">
                <a:solidFill>
                  <a:schemeClr val="accent1"/>
                </a:solidFill>
                <a:latin typeface="+mn-lt"/>
                <a:cs typeface="+mn-ea"/>
              </a:rPr>
              <a:t>Date:</a:t>
            </a:r>
            <a:r>
              <a:rPr lang="en-US" altLang="en-US" sz="2000">
                <a:solidFill>
                  <a:schemeClr val="tx1">
                    <a:lumMod val="65000"/>
                    <a:lumOff val="35000"/>
                  </a:schemeClr>
                </a:solidFill>
                <a:latin typeface="+mn-lt"/>
                <a:cs typeface="+mn-ea"/>
              </a:rPr>
              <a:t> Date on which the promotional discount was applied.</a:t>
            </a:r>
            <a:endParaRPr lang="en-US" altLang="en-US" sz="2000">
              <a:solidFill>
                <a:schemeClr val="tx1">
                  <a:lumMod val="65000"/>
                  <a:lumOff val="35000"/>
                </a:schemeClr>
              </a:solidFill>
              <a:latin typeface="+mn-lt"/>
              <a:cs typeface="+mn-ea"/>
            </a:endParaRPr>
          </a:p>
          <a:p>
            <a:pPr marL="0" indent="0">
              <a:lnSpc>
                <a:spcPct val="150000"/>
              </a:lnSpc>
              <a:buNone/>
            </a:pPr>
            <a:r>
              <a:rPr lang="en-US" altLang="en-US" sz="2000">
                <a:solidFill>
                  <a:schemeClr val="accent1"/>
                </a:solidFill>
                <a:latin typeface="+mn-lt"/>
                <a:cs typeface="+mn-ea"/>
              </a:rPr>
              <a:t>Discount: </a:t>
            </a:r>
            <a:r>
              <a:rPr lang="en-US" altLang="en-US" sz="2000">
                <a:solidFill>
                  <a:schemeClr val="tx1">
                    <a:lumMod val="65000"/>
                    <a:lumOff val="35000"/>
                  </a:schemeClr>
                </a:solidFill>
                <a:latin typeface="+mn-lt"/>
                <a:cs typeface="+mn-ea"/>
              </a:rPr>
              <a:t>Percentage discount offered.</a:t>
            </a:r>
            <a:endParaRPr lang="en-US" altLang="en-US" sz="2000">
              <a:solidFill>
                <a:schemeClr val="tx1">
                  <a:lumMod val="65000"/>
                  <a:lumOff val="35000"/>
                </a:schemeClr>
              </a:solidFill>
              <a:latin typeface="+mn-lt"/>
              <a:cs typeface="+mn-ea"/>
            </a:endParaRPr>
          </a:p>
          <a:p>
            <a:pPr marL="0" indent="0">
              <a:lnSpc>
                <a:spcPct val="150000"/>
              </a:lnSpc>
              <a:buNone/>
            </a:pPr>
            <a:r>
              <a:rPr lang="en-US" altLang="en-US" sz="2000">
                <a:solidFill>
                  <a:schemeClr val="accent1"/>
                </a:solidFill>
                <a:latin typeface="+mn-lt"/>
                <a:cs typeface="+mn-ea"/>
              </a:rPr>
              <a:t>ProductId:</a:t>
            </a:r>
            <a:r>
              <a:rPr lang="en-US" altLang="en-US" sz="2000">
                <a:solidFill>
                  <a:schemeClr val="tx1">
                    <a:lumMod val="65000"/>
                    <a:lumOff val="35000"/>
                  </a:schemeClr>
                </a:solidFill>
                <a:latin typeface="+mn-lt"/>
                <a:cs typeface="+mn-ea"/>
              </a:rPr>
              <a:t> Unique product id. (Foreign key linking from sales dataset) </a:t>
            </a:r>
            <a:endParaRPr lang="en-US" altLang="en-US" sz="2000">
              <a:solidFill>
                <a:schemeClr val="tx1">
                  <a:lumMod val="65000"/>
                  <a:lumOff val="35000"/>
                </a:schemeClr>
              </a:solidFill>
              <a:latin typeface="+mn-lt"/>
              <a:cs typeface="+mn-ea"/>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DATASET DESCRIPTION</a:t>
            </a:r>
            <a:endParaRPr lang="en-US"/>
          </a:p>
        </p:txBody>
      </p:sp>
      <p:sp>
        <p:nvSpPr>
          <p:cNvPr id="5" name="Text Placeholder 4"/>
          <p:cNvSpPr>
            <a:spLocks noGrp="1"/>
          </p:cNvSpPr>
          <p:nvPr>
            <p:ph type="body" idx="1"/>
          </p:nvPr>
        </p:nvSpPr>
        <p:spPr/>
        <p:txBody>
          <a:bodyPr>
            <a:noAutofit/>
          </a:bodyPr>
          <a:p>
            <a:pPr marL="0" indent="0" algn="l">
              <a:buClrTx/>
              <a:buSzTx/>
              <a:buNone/>
            </a:pPr>
            <a:r>
              <a:rPr lang="en-US" altLang="en-US" sz="2000" b="1">
                <a:solidFill>
                  <a:schemeClr val="tx1">
                    <a:lumMod val="65000"/>
                    <a:lumOff val="35000"/>
                  </a:schemeClr>
                </a:solidFill>
                <a:latin typeface="+mn-lt"/>
                <a:cs typeface="+mn-ea"/>
              </a:rPr>
              <a:t>Sales dataset</a:t>
            </a:r>
            <a:endParaRPr lang="en-US" altLang="en-US" sz="2000" b="1">
              <a:solidFill>
                <a:schemeClr val="tx1">
                  <a:lumMod val="65000"/>
                  <a:lumOff val="35000"/>
                </a:schemeClr>
              </a:solidFill>
              <a:latin typeface="+mn-lt"/>
              <a:cs typeface="+mn-ea"/>
            </a:endParaRPr>
          </a:p>
          <a:p>
            <a:pPr marL="0" indent="0" algn="l">
              <a:lnSpc>
                <a:spcPct val="150000"/>
              </a:lnSpc>
              <a:buClrTx/>
              <a:buSzTx/>
              <a:buNone/>
            </a:pPr>
            <a:r>
              <a:rPr lang="en-US" altLang="en-US" sz="2000">
                <a:solidFill>
                  <a:schemeClr val="accent1"/>
                </a:solidFill>
                <a:latin typeface="+mn-lt"/>
                <a:cs typeface="+mn-ea"/>
              </a:rPr>
              <a:t>user_id:</a:t>
            </a:r>
            <a:r>
              <a:rPr lang="en-US" altLang="en-US" sz="2000">
                <a:solidFill>
                  <a:schemeClr val="tx1">
                    <a:lumMod val="65000"/>
                    <a:lumOff val="35000"/>
                  </a:schemeClr>
                </a:solidFill>
                <a:latin typeface="+mn-lt"/>
                <a:cs typeface="+mn-ea"/>
              </a:rPr>
              <a:t> Unique identifier for the user.</a:t>
            </a:r>
            <a:endParaRPr lang="en-US" altLang="en-US" sz="2000">
              <a:solidFill>
                <a:schemeClr val="tx1">
                  <a:lumMod val="65000"/>
                  <a:lumOff val="35000"/>
                </a:schemeClr>
              </a:solidFill>
              <a:latin typeface="+mn-lt"/>
              <a:cs typeface="+mn-ea"/>
            </a:endParaRPr>
          </a:p>
          <a:p>
            <a:pPr marL="0" indent="0" algn="l">
              <a:lnSpc>
                <a:spcPct val="150000"/>
              </a:lnSpc>
              <a:buClrTx/>
              <a:buSzTx/>
              <a:buNone/>
            </a:pPr>
            <a:r>
              <a:rPr lang="en-US" altLang="en-US" sz="2000">
                <a:solidFill>
                  <a:schemeClr val="accent1"/>
                </a:solidFill>
                <a:latin typeface="+mn-lt"/>
                <a:cs typeface="+mn-ea"/>
              </a:rPr>
              <a:t>user_session:</a:t>
            </a:r>
            <a:r>
              <a:rPr lang="en-US" altLang="en-US" sz="2000">
                <a:solidFill>
                  <a:schemeClr val="tx1">
                    <a:lumMod val="65000"/>
                    <a:lumOff val="35000"/>
                  </a:schemeClr>
                </a:solidFill>
                <a:latin typeface="+mn-lt"/>
                <a:cs typeface="+mn-ea"/>
              </a:rPr>
              <a:t> Unique id of user session.</a:t>
            </a:r>
            <a:endParaRPr lang="en-US" altLang="en-US" sz="2000">
              <a:solidFill>
                <a:schemeClr val="tx1">
                  <a:lumMod val="65000"/>
                  <a:lumOff val="35000"/>
                </a:schemeClr>
              </a:solidFill>
              <a:latin typeface="+mn-lt"/>
              <a:cs typeface="+mn-ea"/>
            </a:endParaRPr>
          </a:p>
          <a:p>
            <a:pPr marL="0" indent="0" algn="l">
              <a:lnSpc>
                <a:spcPct val="150000"/>
              </a:lnSpc>
              <a:buClrTx/>
              <a:buSzTx/>
              <a:buNone/>
            </a:pPr>
            <a:r>
              <a:rPr lang="en-US" altLang="en-US" sz="2000">
                <a:solidFill>
                  <a:schemeClr val="accent1"/>
                </a:solidFill>
                <a:latin typeface="+mn-lt"/>
                <a:cs typeface="+mn-ea"/>
              </a:rPr>
              <a:t>State</a:t>
            </a:r>
            <a:r>
              <a:rPr lang="en-US" altLang="en-US" sz="2000">
                <a:solidFill>
                  <a:schemeClr val="tx1">
                    <a:lumMod val="65000"/>
                    <a:lumOff val="35000"/>
                  </a:schemeClr>
                </a:solidFill>
                <a:latin typeface="+mn-lt"/>
                <a:cs typeface="+mn-ea"/>
              </a:rPr>
              <a:t>: US state </a:t>
            </a:r>
            <a:endParaRPr lang="en-US" altLang="en-US" sz="2000">
              <a:solidFill>
                <a:schemeClr val="tx1">
                  <a:lumMod val="65000"/>
                  <a:lumOff val="35000"/>
                </a:schemeClr>
              </a:solidFill>
              <a:latin typeface="+mn-lt"/>
              <a:cs typeface="+mn-ea"/>
            </a:endParaRPr>
          </a:p>
          <a:p>
            <a:pPr marL="0" indent="0" algn="l">
              <a:lnSpc>
                <a:spcPct val="150000"/>
              </a:lnSpc>
              <a:buClrTx/>
              <a:buSzTx/>
              <a:buNone/>
            </a:pPr>
            <a:r>
              <a:rPr lang="en-US" altLang="en-US" sz="2000">
                <a:solidFill>
                  <a:schemeClr val="accent1"/>
                </a:solidFill>
                <a:latin typeface="+mn-lt"/>
                <a:cs typeface="+mn-ea"/>
              </a:rPr>
              <a:t>User_Score: </a:t>
            </a:r>
            <a:r>
              <a:rPr lang="en-US" altLang="en-US" sz="2000">
                <a:solidFill>
                  <a:schemeClr val="tx1">
                    <a:lumMod val="65000"/>
                    <a:lumOff val="35000"/>
                  </a:schemeClr>
                </a:solidFill>
                <a:latin typeface="+mn-lt"/>
                <a:cs typeface="+mn-ea"/>
              </a:rPr>
              <a:t>Segmentation of customer based on user activity.</a:t>
            </a:r>
            <a:endParaRPr lang="en-US" altLang="en-US" sz="2000">
              <a:solidFill>
                <a:schemeClr val="tx1">
                  <a:lumMod val="65000"/>
                  <a:lumOff val="35000"/>
                </a:schemeClr>
              </a:solidFill>
              <a:latin typeface="+mn-lt"/>
              <a:cs typeface="+mn-ea"/>
            </a:endParaRPr>
          </a:p>
          <a:p>
            <a:pPr marL="0" indent="0" algn="l">
              <a:lnSpc>
                <a:spcPct val="150000"/>
              </a:lnSpc>
              <a:buClrTx/>
              <a:buSzTx/>
              <a:buNone/>
            </a:pPr>
            <a:r>
              <a:rPr lang="en-US" altLang="en-US" sz="2000">
                <a:solidFill>
                  <a:schemeClr val="accent1"/>
                </a:solidFill>
                <a:latin typeface="+mn-lt"/>
                <a:cs typeface="+mn-ea"/>
              </a:rPr>
              <a:t>event_date &amp; Day_of_Week:</a:t>
            </a:r>
            <a:r>
              <a:rPr lang="en-US" altLang="en-US" sz="2000">
                <a:solidFill>
                  <a:schemeClr val="tx1">
                    <a:lumMod val="65000"/>
                    <a:lumOff val="35000"/>
                  </a:schemeClr>
                </a:solidFill>
                <a:latin typeface="+mn-lt"/>
                <a:cs typeface="+mn-ea"/>
              </a:rPr>
              <a:t> Date of the event and corresponding day of the week.</a:t>
            </a:r>
            <a:endParaRPr lang="en-US" altLang="en-US" sz="2000">
              <a:solidFill>
                <a:schemeClr val="tx1">
                  <a:lumMod val="65000"/>
                  <a:lumOff val="35000"/>
                </a:schemeClr>
              </a:solidFill>
              <a:latin typeface="+mn-lt"/>
              <a:cs typeface="+mn-ea"/>
            </a:endParaRPr>
          </a:p>
          <a:p>
            <a:pPr marL="0" indent="0" algn="l">
              <a:lnSpc>
                <a:spcPct val="150000"/>
              </a:lnSpc>
              <a:buClrTx/>
              <a:buSzTx/>
              <a:buNone/>
            </a:pPr>
            <a:r>
              <a:rPr lang="en-US" altLang="en-US" sz="2000">
                <a:solidFill>
                  <a:schemeClr val="accent1"/>
                </a:solidFill>
                <a:latin typeface="+mn-lt"/>
                <a:cs typeface="+mn-ea"/>
              </a:rPr>
              <a:t>event_time, event_hour, &amp; event_timezone:</a:t>
            </a:r>
            <a:r>
              <a:rPr lang="en-US" altLang="en-US" sz="2000">
                <a:solidFill>
                  <a:schemeClr val="tx1">
                    <a:lumMod val="65000"/>
                    <a:lumOff val="35000"/>
                  </a:schemeClr>
                </a:solidFill>
                <a:latin typeface="+mn-lt"/>
                <a:cs typeface="+mn-ea"/>
              </a:rPr>
              <a:t> Time of event, hour of event, and reference timezone (UTC).</a:t>
            </a:r>
            <a:endParaRPr lang="en-US" altLang="en-US" sz="2000">
              <a:solidFill>
                <a:schemeClr val="tx1">
                  <a:lumMod val="65000"/>
                  <a:lumOff val="35000"/>
                </a:schemeClr>
              </a:solidFill>
              <a:latin typeface="+mn-lt"/>
              <a:cs typeface="+mn-ea"/>
            </a:endParaRPr>
          </a:p>
          <a:p>
            <a:pPr marL="0" indent="0" algn="l">
              <a:lnSpc>
                <a:spcPct val="100000"/>
              </a:lnSpc>
              <a:buClrTx/>
              <a:buSzTx/>
              <a:buNone/>
            </a:pPr>
            <a:endParaRPr lang="en-US" altLang="en-US" sz="2000">
              <a:solidFill>
                <a:schemeClr val="tx1">
                  <a:lumMod val="65000"/>
                  <a:lumOff val="35000"/>
                </a:schemeClr>
              </a:solidFill>
              <a:latin typeface="+mn-lt"/>
              <a:cs typeface="+mn-ea"/>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DATASET DESCRIPTION</a:t>
            </a:r>
            <a:endParaRPr lang="en-US"/>
          </a:p>
        </p:txBody>
      </p:sp>
      <p:sp>
        <p:nvSpPr>
          <p:cNvPr id="3" name="Text Placeholder 2"/>
          <p:cNvSpPr>
            <a:spLocks noGrp="1"/>
          </p:cNvSpPr>
          <p:nvPr>
            <p:ph type="body" idx="1"/>
          </p:nvPr>
        </p:nvSpPr>
        <p:spPr/>
        <p:txBody>
          <a:bodyPr/>
          <a:p>
            <a:pPr marL="0" indent="0" algn="l">
              <a:lnSpc>
                <a:spcPct val="150000"/>
              </a:lnSpc>
              <a:buClrTx/>
              <a:buSzTx/>
              <a:buNone/>
            </a:pPr>
            <a:r>
              <a:rPr lang="en-US" altLang="en-US" sz="2000">
                <a:solidFill>
                  <a:schemeClr val="accent1"/>
                </a:solidFill>
                <a:latin typeface="+mn-lt"/>
                <a:cs typeface="+mn-ea"/>
                <a:sym typeface="+mn-ea"/>
              </a:rPr>
              <a:t>Channel:</a:t>
            </a:r>
            <a:r>
              <a:rPr lang="en-US" altLang="en-US" sz="2000">
                <a:solidFill>
                  <a:schemeClr val="tx1">
                    <a:lumMod val="65000"/>
                    <a:lumOff val="35000"/>
                  </a:schemeClr>
                </a:solidFill>
                <a:latin typeface="+mn-lt"/>
                <a:cs typeface="+mn-ea"/>
                <a:sym typeface="+mn-ea"/>
              </a:rPr>
              <a:t> Access platform used by the user (Browser or App).</a:t>
            </a:r>
            <a:endParaRPr lang="en-US" altLang="en-US" sz="2000">
              <a:solidFill>
                <a:schemeClr val="tx1">
                  <a:lumMod val="65000"/>
                  <a:lumOff val="35000"/>
                </a:schemeClr>
              </a:solidFill>
              <a:latin typeface="+mn-lt"/>
              <a:cs typeface="+mn-ea"/>
            </a:endParaRPr>
          </a:p>
          <a:p>
            <a:pPr marL="0" indent="0" algn="l">
              <a:lnSpc>
                <a:spcPct val="150000"/>
              </a:lnSpc>
              <a:buClrTx/>
              <a:buSzTx/>
              <a:buNone/>
            </a:pPr>
            <a:r>
              <a:rPr lang="en-US" altLang="en-US" sz="2000">
                <a:solidFill>
                  <a:schemeClr val="accent1"/>
                </a:solidFill>
                <a:latin typeface="+mn-lt"/>
                <a:cs typeface="+mn-ea"/>
                <a:sym typeface="+mn-ea"/>
              </a:rPr>
              <a:t>event_type:</a:t>
            </a:r>
            <a:r>
              <a:rPr lang="en-US" altLang="en-US" sz="2000">
                <a:solidFill>
                  <a:schemeClr val="tx1">
                    <a:lumMod val="65000"/>
                    <a:lumOff val="35000"/>
                  </a:schemeClr>
                </a:solidFill>
                <a:latin typeface="+mn-lt"/>
                <a:cs typeface="+mn-ea"/>
                <a:sym typeface="+mn-ea"/>
              </a:rPr>
              <a:t> Type of user interaction (View, Cart or Purchase).</a:t>
            </a:r>
            <a:endParaRPr lang="en-US" altLang="en-US" sz="2000">
              <a:solidFill>
                <a:schemeClr val="tx1">
                  <a:lumMod val="65000"/>
                  <a:lumOff val="35000"/>
                </a:schemeClr>
              </a:solidFill>
              <a:latin typeface="+mn-lt"/>
              <a:cs typeface="+mn-ea"/>
            </a:endParaRPr>
          </a:p>
          <a:p>
            <a:pPr marL="0" indent="0" algn="l">
              <a:lnSpc>
                <a:spcPct val="150000"/>
              </a:lnSpc>
              <a:buClrTx/>
              <a:buSzTx/>
              <a:buNone/>
            </a:pPr>
            <a:r>
              <a:rPr lang="en-US" altLang="en-US" sz="2000">
                <a:solidFill>
                  <a:schemeClr val="accent1"/>
                </a:solidFill>
                <a:latin typeface="+mn-lt"/>
                <a:cs typeface="+mn-ea"/>
                <a:sym typeface="+mn-ea"/>
              </a:rPr>
              <a:t>product_id &amp; category_id: </a:t>
            </a:r>
            <a:r>
              <a:rPr lang="en-US" altLang="en-US" sz="2000">
                <a:solidFill>
                  <a:schemeClr val="tx1">
                    <a:lumMod val="65000"/>
                    <a:lumOff val="35000"/>
                  </a:schemeClr>
                </a:solidFill>
                <a:latin typeface="+mn-lt"/>
                <a:cs typeface="+mn-ea"/>
                <a:sym typeface="+mn-ea"/>
              </a:rPr>
              <a:t>Unique id for products and categories.</a:t>
            </a:r>
            <a:endParaRPr lang="en-US" altLang="en-US" sz="2000">
              <a:solidFill>
                <a:schemeClr val="tx1">
                  <a:lumMod val="65000"/>
                  <a:lumOff val="35000"/>
                </a:schemeClr>
              </a:solidFill>
              <a:latin typeface="+mn-lt"/>
              <a:cs typeface="+mn-ea"/>
            </a:endParaRPr>
          </a:p>
          <a:p>
            <a:pPr marL="0" indent="0" algn="l">
              <a:lnSpc>
                <a:spcPct val="150000"/>
              </a:lnSpc>
              <a:buClrTx/>
              <a:buSzTx/>
              <a:buNone/>
            </a:pPr>
            <a:r>
              <a:rPr lang="en-US" altLang="en-US" sz="2000">
                <a:solidFill>
                  <a:schemeClr val="accent1"/>
                </a:solidFill>
                <a:latin typeface="+mn-lt"/>
                <a:cs typeface="+mn-ea"/>
                <a:sym typeface="+mn-ea"/>
              </a:rPr>
              <a:t>category, sub_category1, &amp; sub_category2:</a:t>
            </a:r>
            <a:r>
              <a:rPr lang="en-US" altLang="en-US" sz="2000">
                <a:solidFill>
                  <a:schemeClr val="tx1">
                    <a:lumMod val="65000"/>
                    <a:lumOff val="35000"/>
                  </a:schemeClr>
                </a:solidFill>
                <a:latin typeface="+mn-lt"/>
                <a:cs typeface="+mn-ea"/>
                <a:sym typeface="+mn-ea"/>
              </a:rPr>
              <a:t> Hierarchical classification of products.</a:t>
            </a:r>
            <a:endParaRPr lang="en-US" altLang="en-US" sz="2000">
              <a:solidFill>
                <a:schemeClr val="tx1">
                  <a:lumMod val="65000"/>
                  <a:lumOff val="35000"/>
                </a:schemeClr>
              </a:solidFill>
              <a:latin typeface="+mn-lt"/>
              <a:cs typeface="+mn-ea"/>
            </a:endParaRPr>
          </a:p>
          <a:p>
            <a:pPr marL="0" indent="0" algn="l">
              <a:lnSpc>
                <a:spcPct val="150000"/>
              </a:lnSpc>
              <a:buClrTx/>
              <a:buSzTx/>
              <a:buNone/>
            </a:pPr>
            <a:r>
              <a:rPr lang="en-US" altLang="en-US" sz="2000">
                <a:solidFill>
                  <a:schemeClr val="accent1"/>
                </a:solidFill>
                <a:latin typeface="+mn-lt"/>
                <a:cs typeface="+mn-ea"/>
                <a:sym typeface="+mn-ea"/>
              </a:rPr>
              <a:t>brand:</a:t>
            </a:r>
            <a:r>
              <a:rPr lang="en-US" altLang="en-US" sz="2000">
                <a:solidFill>
                  <a:schemeClr val="tx1">
                    <a:lumMod val="65000"/>
                    <a:lumOff val="35000"/>
                  </a:schemeClr>
                </a:solidFill>
                <a:latin typeface="+mn-lt"/>
                <a:cs typeface="+mn-ea"/>
                <a:sym typeface="+mn-ea"/>
              </a:rPr>
              <a:t> Manufacturer or brand name.</a:t>
            </a:r>
            <a:endParaRPr lang="en-US" altLang="en-US" sz="2000">
              <a:solidFill>
                <a:schemeClr val="tx1">
                  <a:lumMod val="65000"/>
                  <a:lumOff val="35000"/>
                </a:schemeClr>
              </a:solidFill>
              <a:latin typeface="+mn-lt"/>
              <a:cs typeface="+mn-ea"/>
            </a:endParaRPr>
          </a:p>
          <a:p>
            <a:pPr marL="0" indent="0" algn="l">
              <a:lnSpc>
                <a:spcPct val="150000"/>
              </a:lnSpc>
              <a:buClrTx/>
              <a:buSzTx/>
              <a:buNone/>
            </a:pPr>
            <a:r>
              <a:rPr lang="en-US" altLang="en-US" sz="2000">
                <a:solidFill>
                  <a:schemeClr val="accent1"/>
                </a:solidFill>
                <a:latin typeface="+mn-lt"/>
                <a:cs typeface="+mn-ea"/>
                <a:sym typeface="+mn-ea"/>
              </a:rPr>
              <a:t>price:</a:t>
            </a:r>
            <a:r>
              <a:rPr lang="en-US" altLang="en-US" sz="2000">
                <a:solidFill>
                  <a:schemeClr val="tx1">
                    <a:lumMod val="65000"/>
                    <a:lumOff val="35000"/>
                  </a:schemeClr>
                </a:solidFill>
                <a:latin typeface="+mn-lt"/>
                <a:cs typeface="+mn-ea"/>
                <a:sym typeface="+mn-ea"/>
              </a:rPr>
              <a:t> Price of the item in product.</a:t>
            </a:r>
            <a:endParaRPr lang="en-US" altLang="en-US" sz="2000">
              <a:solidFill>
                <a:schemeClr val="tx1">
                  <a:lumMod val="65000"/>
                  <a:lumOff val="35000"/>
                </a:schemeClr>
              </a:solidFill>
              <a:latin typeface="+mn-lt"/>
              <a:cs typeface="+mn-ea"/>
            </a:endParaRPr>
          </a:p>
          <a:p>
            <a:endParaRPr lang="en-US" sz="200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95960" y="360045"/>
            <a:ext cx="10800080" cy="876300"/>
          </a:xfrm>
          <a:solidFill>
            <a:schemeClr val="accent1">
              <a:lumMod val="40000"/>
              <a:lumOff val="60000"/>
            </a:schemeClr>
          </a:solidFill>
        </p:spPr>
        <p:txBody>
          <a:bodyPr/>
          <a:p>
            <a:pPr algn="l">
              <a:lnSpc>
                <a:spcPct val="170000"/>
              </a:lnSpc>
            </a:pPr>
            <a:r>
              <a:rPr lang="en-US"/>
              <a:t>BUSINESS QUESTIONS</a:t>
            </a:r>
            <a:endParaRPr lang="en-US"/>
          </a:p>
        </p:txBody>
      </p:sp>
      <p:sp>
        <p:nvSpPr>
          <p:cNvPr id="4" name="Text Box 3"/>
          <p:cNvSpPr txBox="1"/>
          <p:nvPr/>
        </p:nvSpPr>
        <p:spPr>
          <a:xfrm>
            <a:off x="696595" y="1517015"/>
            <a:ext cx="5047615" cy="4874895"/>
          </a:xfrm>
          <a:prstGeom prst="rect">
            <a:avLst/>
          </a:prstGeom>
          <a:noFill/>
          <a:ln>
            <a:solidFill>
              <a:schemeClr val="tx2"/>
            </a:solidFill>
          </a:ln>
        </p:spPr>
        <p:txBody>
          <a:bodyPr wrap="square" rtlCol="0">
            <a:noAutofit/>
          </a:bodyPr>
          <a:p>
            <a:pPr>
              <a:lnSpc>
                <a:spcPct val="140000"/>
              </a:lnSpc>
            </a:pPr>
            <a:r>
              <a:rPr lang="en-US" altLang="en-US" sz="1600" b="1">
                <a:solidFill>
                  <a:schemeClr val="accent2"/>
                </a:solidFill>
                <a:ea typeface="Arial" panose="020B0604020202090204" pitchFamily="34" charset="0"/>
                <a:cs typeface="+mn-ea"/>
              </a:rPr>
              <a:t>Q </a:t>
            </a:r>
            <a:r>
              <a:rPr lang="en-US" altLang="en-US" sz="1600" b="1">
                <a:solidFill>
                  <a:schemeClr val="tx1">
                    <a:lumMod val="65000"/>
                    <a:lumOff val="35000"/>
                  </a:schemeClr>
                </a:solidFill>
                <a:ea typeface="Arial" panose="020B0604020202090204" pitchFamily="34" charset="0"/>
                <a:cs typeface="+mn-ea"/>
              </a:rPr>
              <a:t>.</a:t>
            </a:r>
            <a:r>
              <a:rPr lang="en-US" altLang="en-US" sz="1600">
                <a:solidFill>
                  <a:schemeClr val="tx1">
                    <a:lumMod val="65000"/>
                    <a:lumOff val="35000"/>
                  </a:schemeClr>
                </a:solidFill>
                <a:ea typeface="Arial" panose="020B0604020202090204" pitchFamily="34" charset="0"/>
                <a:cs typeface="+mn-ea"/>
              </a:rPr>
              <a:t>What is the total number of events and unique users recorded? </a:t>
            </a:r>
            <a:endParaRPr lang="en-US" altLang="en-US" sz="1600">
              <a:solidFill>
                <a:schemeClr val="tx1">
                  <a:lumMod val="65000"/>
                  <a:lumOff val="35000"/>
                </a:schemeClr>
              </a:solidFill>
              <a:ea typeface="Arial" panose="020B0604020202090204" pitchFamily="34" charset="0"/>
              <a:cs typeface="+mn-ea"/>
            </a:endParaRPr>
          </a:p>
          <a:p>
            <a:pPr>
              <a:lnSpc>
                <a:spcPct val="140000"/>
              </a:lnSpc>
            </a:pPr>
            <a:r>
              <a:rPr lang="en-US" altLang="en-US" sz="1600" b="1">
                <a:solidFill>
                  <a:schemeClr val="accent2"/>
                </a:solidFill>
                <a:ea typeface="Arial" panose="020B0604020202090204" pitchFamily="34" charset="0"/>
                <a:cs typeface="+mn-ea"/>
              </a:rPr>
              <a:t>Q .</a:t>
            </a:r>
            <a:r>
              <a:rPr lang="en-US" altLang="en-US" sz="1600">
                <a:solidFill>
                  <a:schemeClr val="tx1">
                    <a:lumMod val="65000"/>
                    <a:lumOff val="35000"/>
                  </a:schemeClr>
                </a:solidFill>
                <a:ea typeface="Arial" panose="020B0604020202090204" pitchFamily="34" charset="0"/>
                <a:cs typeface="+mn-ea"/>
              </a:rPr>
              <a:t>Which product categories generate the highest user activity? </a:t>
            </a:r>
            <a:endParaRPr lang="en-US" altLang="en-US" sz="1600">
              <a:solidFill>
                <a:schemeClr val="tx1">
                  <a:lumMod val="65000"/>
                  <a:lumOff val="35000"/>
                </a:schemeClr>
              </a:solidFill>
              <a:ea typeface="Arial" panose="020B0604020202090204" pitchFamily="34" charset="0"/>
              <a:cs typeface="+mn-ea"/>
            </a:endParaRPr>
          </a:p>
          <a:p>
            <a:pPr>
              <a:lnSpc>
                <a:spcPct val="140000"/>
              </a:lnSpc>
            </a:pPr>
            <a:r>
              <a:rPr lang="en-US" altLang="en-US" sz="1600" b="1">
                <a:solidFill>
                  <a:schemeClr val="accent2"/>
                </a:solidFill>
                <a:ea typeface="Arial" panose="020B0604020202090204" pitchFamily="34" charset="0"/>
                <a:cs typeface="+mn-ea"/>
              </a:rPr>
              <a:t>Q .</a:t>
            </a:r>
            <a:r>
              <a:rPr lang="en-US" altLang="en-US" sz="1600">
                <a:solidFill>
                  <a:schemeClr val="tx1">
                    <a:lumMod val="65000"/>
                    <a:lumOff val="35000"/>
                  </a:schemeClr>
                </a:solidFill>
                <a:ea typeface="Arial" panose="020B0604020202090204" pitchFamily="34" charset="0"/>
                <a:cs typeface="+mn-ea"/>
              </a:rPr>
              <a:t>Which brands and products receive the highest number of events? </a:t>
            </a:r>
            <a:endParaRPr lang="en-US" altLang="en-US" sz="1600">
              <a:solidFill>
                <a:schemeClr val="tx1">
                  <a:lumMod val="65000"/>
                  <a:lumOff val="35000"/>
                </a:schemeClr>
              </a:solidFill>
              <a:ea typeface="Arial" panose="020B0604020202090204" pitchFamily="34" charset="0"/>
              <a:cs typeface="+mn-ea"/>
            </a:endParaRPr>
          </a:p>
          <a:p>
            <a:pPr>
              <a:lnSpc>
                <a:spcPct val="140000"/>
              </a:lnSpc>
            </a:pPr>
            <a:r>
              <a:rPr lang="en-US" altLang="en-US" sz="1600" b="1">
                <a:solidFill>
                  <a:schemeClr val="accent2"/>
                </a:solidFill>
                <a:ea typeface="Arial" panose="020B0604020202090204" pitchFamily="34" charset="0"/>
                <a:cs typeface="+mn-ea"/>
              </a:rPr>
              <a:t>Q .</a:t>
            </a:r>
            <a:r>
              <a:rPr lang="en-US" altLang="en-US" sz="1600">
                <a:solidFill>
                  <a:schemeClr val="tx1">
                    <a:lumMod val="65000"/>
                    <a:lumOff val="35000"/>
                  </a:schemeClr>
                </a:solidFill>
                <a:ea typeface="Arial" panose="020B0604020202090204" pitchFamily="34" charset="0"/>
                <a:cs typeface="+mn-ea"/>
              </a:rPr>
              <a:t>Which channels contribute the most to overall user activity? </a:t>
            </a:r>
            <a:endParaRPr lang="en-US" altLang="en-US" sz="1600">
              <a:solidFill>
                <a:schemeClr val="tx1">
                  <a:lumMod val="65000"/>
                  <a:lumOff val="35000"/>
                </a:schemeClr>
              </a:solidFill>
              <a:ea typeface="Arial" panose="020B0604020202090204" pitchFamily="34" charset="0"/>
              <a:cs typeface="+mn-ea"/>
            </a:endParaRPr>
          </a:p>
          <a:p>
            <a:pPr>
              <a:lnSpc>
                <a:spcPct val="140000"/>
              </a:lnSpc>
            </a:pPr>
            <a:r>
              <a:rPr lang="en-US" altLang="en-US" sz="1600" b="1">
                <a:solidFill>
                  <a:schemeClr val="accent2"/>
                </a:solidFill>
                <a:ea typeface="Arial" panose="020B0604020202090204" pitchFamily="34" charset="0"/>
                <a:cs typeface="+mn-ea"/>
              </a:rPr>
              <a:t>Q .</a:t>
            </a:r>
            <a:r>
              <a:rPr lang="en-US" altLang="en-US" sz="1600">
                <a:solidFill>
                  <a:schemeClr val="tx1">
                    <a:lumMod val="65000"/>
                    <a:lumOff val="35000"/>
                  </a:schemeClr>
                </a:solidFill>
                <a:ea typeface="Arial" panose="020B0604020202090204" pitchFamily="34" charset="0"/>
                <a:cs typeface="+mn-ea"/>
              </a:rPr>
              <a:t>Which states have the highest user activity? </a:t>
            </a:r>
            <a:endParaRPr lang="en-US" altLang="en-US" sz="1600">
              <a:solidFill>
                <a:schemeClr val="tx1">
                  <a:lumMod val="65000"/>
                  <a:lumOff val="35000"/>
                </a:schemeClr>
              </a:solidFill>
              <a:ea typeface="Arial" panose="020B0604020202090204" pitchFamily="34" charset="0"/>
              <a:cs typeface="+mn-ea"/>
            </a:endParaRPr>
          </a:p>
          <a:p>
            <a:pPr>
              <a:lnSpc>
                <a:spcPct val="140000"/>
              </a:lnSpc>
            </a:pPr>
            <a:r>
              <a:rPr lang="en-US" altLang="en-US" sz="1600" b="1">
                <a:solidFill>
                  <a:schemeClr val="accent2"/>
                </a:solidFill>
                <a:ea typeface="Arial" panose="020B0604020202090204" pitchFamily="34" charset="0"/>
                <a:cs typeface="+mn-ea"/>
              </a:rPr>
              <a:t>Q .</a:t>
            </a:r>
            <a:r>
              <a:rPr lang="en-US" altLang="en-US" sz="1600">
                <a:solidFill>
                  <a:schemeClr val="tx1">
                    <a:lumMod val="65000"/>
                    <a:lumOff val="35000"/>
                  </a:schemeClr>
                </a:solidFill>
                <a:ea typeface="Arial" panose="020B0604020202090204" pitchFamily="34" charset="0"/>
                <a:cs typeface="+mn-ea"/>
              </a:rPr>
              <a:t>What is the month-over-month change in user activity?</a:t>
            </a:r>
            <a:endParaRPr lang="en-US" altLang="en-US" sz="1600">
              <a:solidFill>
                <a:schemeClr val="tx1">
                  <a:lumMod val="65000"/>
                  <a:lumOff val="35000"/>
                </a:schemeClr>
              </a:solidFill>
              <a:ea typeface="Arial" panose="020B0604020202090204" pitchFamily="34" charset="0"/>
              <a:cs typeface="+mn-ea"/>
            </a:endParaRPr>
          </a:p>
          <a:p>
            <a:pPr>
              <a:lnSpc>
                <a:spcPct val="140000"/>
              </a:lnSpc>
            </a:pPr>
            <a:r>
              <a:rPr lang="en-US" altLang="en-US" sz="1600" b="1">
                <a:solidFill>
                  <a:schemeClr val="accent2"/>
                </a:solidFill>
                <a:ea typeface="Arial" panose="020B0604020202090204" pitchFamily="34" charset="0"/>
                <a:cs typeface="+mn-ea"/>
                <a:sym typeface="+mn-ea"/>
              </a:rPr>
              <a:t>Q </a:t>
            </a:r>
            <a:r>
              <a:rPr lang="en-US" altLang="en-US" sz="1600">
                <a:solidFill>
                  <a:schemeClr val="tx1">
                    <a:lumMod val="65000"/>
                    <a:lumOff val="35000"/>
                  </a:schemeClr>
                </a:solidFill>
                <a:ea typeface="Arial" panose="020B0604020202090204" pitchFamily="34" charset="0"/>
                <a:cs typeface="+mn-ea"/>
                <a:sym typeface="+mn-ea"/>
              </a:rPr>
              <a:t>.Which products received promotions, and how did their activity compare with non-promoted products? </a:t>
            </a:r>
            <a:endParaRPr lang="en-US" altLang="en-US" sz="1600">
              <a:solidFill>
                <a:schemeClr val="tx1">
                  <a:lumMod val="65000"/>
                  <a:lumOff val="35000"/>
                </a:schemeClr>
              </a:solidFill>
              <a:ea typeface="Arial" panose="020B0604020202090204" pitchFamily="34" charset="0"/>
              <a:cs typeface="+mn-ea"/>
            </a:endParaRPr>
          </a:p>
          <a:p>
            <a:pPr>
              <a:lnSpc>
                <a:spcPct val="140000"/>
              </a:lnSpc>
            </a:pPr>
            <a:endParaRPr lang="en-US" altLang="en-US" sz="1600">
              <a:solidFill>
                <a:schemeClr val="tx1">
                  <a:lumMod val="65000"/>
                  <a:lumOff val="35000"/>
                </a:schemeClr>
              </a:solidFill>
              <a:ea typeface="Arial" panose="020B0604020202090204" pitchFamily="34" charset="0"/>
              <a:cs typeface="+mn-ea"/>
            </a:endParaRPr>
          </a:p>
          <a:p>
            <a:pPr>
              <a:lnSpc>
                <a:spcPct val="140000"/>
              </a:lnSpc>
            </a:pPr>
            <a:endParaRPr lang="en-US" altLang="en-US" sz="1600" kern="100" dirty="0">
              <a:solidFill>
                <a:schemeClr val="tx1">
                  <a:lumMod val="65000"/>
                  <a:lumOff val="35000"/>
                </a:schemeClr>
              </a:solidFill>
              <a:effectLst/>
              <a:latin typeface="+mn-ea"/>
              <a:ea typeface="Arial" panose="020B0604020202090204" pitchFamily="34" charset="0"/>
              <a:cs typeface="+mn-ea"/>
            </a:endParaRPr>
          </a:p>
        </p:txBody>
      </p:sp>
      <p:sp>
        <p:nvSpPr>
          <p:cNvPr id="5" name="Text Box 4"/>
          <p:cNvSpPr txBox="1"/>
          <p:nvPr/>
        </p:nvSpPr>
        <p:spPr>
          <a:xfrm>
            <a:off x="6448425" y="1517015"/>
            <a:ext cx="5047615" cy="4874895"/>
          </a:xfrm>
          <a:prstGeom prst="rect">
            <a:avLst/>
          </a:prstGeom>
          <a:noFill/>
          <a:ln>
            <a:solidFill>
              <a:schemeClr val="tx2"/>
            </a:solidFill>
          </a:ln>
        </p:spPr>
        <p:txBody>
          <a:bodyPr wrap="square" rtlCol="0">
            <a:noAutofit/>
          </a:bodyPr>
          <a:p>
            <a:pPr algn="l">
              <a:lnSpc>
                <a:spcPct val="140000"/>
              </a:lnSpc>
              <a:buClrTx/>
              <a:buSzTx/>
              <a:buNone/>
            </a:pPr>
            <a:r>
              <a:rPr lang="en-US" altLang="en-US" sz="1600" b="1">
                <a:solidFill>
                  <a:schemeClr val="accent2"/>
                </a:solidFill>
                <a:ea typeface="Arial" panose="020B0604020202090204" pitchFamily="34" charset="0"/>
                <a:cs typeface="+mn-ea"/>
                <a:sym typeface="+mn-ea"/>
              </a:rPr>
              <a:t>Q .</a:t>
            </a:r>
            <a:r>
              <a:rPr lang="en-US" altLang="en-US" sz="1600">
                <a:solidFill>
                  <a:schemeClr val="tx1">
                    <a:lumMod val="65000"/>
                    <a:lumOff val="35000"/>
                  </a:schemeClr>
                </a:solidFill>
                <a:ea typeface="Arial" panose="020B0604020202090204" pitchFamily="34" charset="0"/>
                <a:cs typeface="+mn-ea"/>
                <a:sym typeface="+mn-ea"/>
              </a:rPr>
              <a:t>Which users interacted with products from more than three different categories and what are those categories?</a:t>
            </a:r>
            <a:endParaRPr lang="en-US" altLang="en-US" sz="1600">
              <a:solidFill>
                <a:schemeClr val="tx1">
                  <a:lumMod val="65000"/>
                  <a:lumOff val="35000"/>
                </a:schemeClr>
              </a:solidFill>
              <a:ea typeface="Arial" panose="020B0604020202090204" pitchFamily="34" charset="0"/>
              <a:cs typeface="+mn-ea"/>
            </a:endParaRPr>
          </a:p>
          <a:p>
            <a:pPr algn="l">
              <a:lnSpc>
                <a:spcPct val="140000"/>
              </a:lnSpc>
              <a:buClrTx/>
              <a:buSzTx/>
              <a:buNone/>
            </a:pPr>
            <a:r>
              <a:rPr lang="en-US" altLang="en-US" sz="1600" b="1">
                <a:solidFill>
                  <a:schemeClr val="accent2"/>
                </a:solidFill>
                <a:ea typeface="Arial" panose="020B0604020202090204" pitchFamily="34" charset="0"/>
                <a:cs typeface="+mn-ea"/>
              </a:rPr>
              <a:t>Q .</a:t>
            </a:r>
            <a:r>
              <a:rPr lang="en-US" altLang="en-US" sz="1600">
                <a:solidFill>
                  <a:schemeClr val="tx1">
                    <a:lumMod val="65000"/>
                    <a:lumOff val="35000"/>
                  </a:schemeClr>
                </a:solidFill>
                <a:ea typeface="Arial" panose="020B0604020202090204" pitchFamily="34" charset="0"/>
                <a:cs typeface="+mn-ea"/>
              </a:rPr>
              <a:t>Which are the top 2 products within each category based on the number of events? </a:t>
            </a:r>
            <a:endParaRPr lang="en-US" altLang="en-US" sz="1600">
              <a:solidFill>
                <a:schemeClr val="tx1">
                  <a:lumMod val="65000"/>
                  <a:lumOff val="35000"/>
                </a:schemeClr>
              </a:solidFill>
              <a:ea typeface="Arial" panose="020B0604020202090204" pitchFamily="34" charset="0"/>
              <a:cs typeface="+mn-ea"/>
            </a:endParaRPr>
          </a:p>
          <a:p>
            <a:pPr algn="l">
              <a:lnSpc>
                <a:spcPct val="140000"/>
              </a:lnSpc>
              <a:buClrTx/>
              <a:buSzTx/>
              <a:buNone/>
            </a:pPr>
            <a:r>
              <a:rPr lang="en-US" altLang="en-US" sz="1600" b="1">
                <a:solidFill>
                  <a:schemeClr val="accent2"/>
                </a:solidFill>
                <a:ea typeface="Arial" panose="020B0604020202090204" pitchFamily="34" charset="0"/>
                <a:cs typeface="+mn-ea"/>
              </a:rPr>
              <a:t>Q .</a:t>
            </a:r>
            <a:r>
              <a:rPr lang="en-US" altLang="en-US" sz="1600">
                <a:solidFill>
                  <a:schemeClr val="tx1">
                    <a:lumMod val="65000"/>
                    <a:lumOff val="35000"/>
                  </a:schemeClr>
                </a:solidFill>
                <a:ea typeface="Arial" panose="020B0604020202090204" pitchFamily="34" charset="0"/>
                <a:cs typeface="+mn-ea"/>
              </a:rPr>
              <a:t> Which users events are higher than the average number of events generated by all users.</a:t>
            </a:r>
            <a:endParaRPr lang="en-US" altLang="en-US" sz="1600">
              <a:solidFill>
                <a:schemeClr val="tx1">
                  <a:lumMod val="65000"/>
                  <a:lumOff val="35000"/>
                </a:schemeClr>
              </a:solidFill>
              <a:ea typeface="Arial" panose="020B0604020202090204" pitchFamily="34" charset="0"/>
              <a:cs typeface="+mn-ea"/>
            </a:endParaRPr>
          </a:p>
          <a:p>
            <a:pPr algn="l">
              <a:lnSpc>
                <a:spcPct val="140000"/>
              </a:lnSpc>
              <a:buClrTx/>
              <a:buSzTx/>
              <a:buNone/>
            </a:pPr>
            <a:r>
              <a:rPr lang="en-US" altLang="en-US" sz="1600" b="1">
                <a:solidFill>
                  <a:schemeClr val="accent2"/>
                </a:solidFill>
                <a:ea typeface="Arial" panose="020B0604020202090204" pitchFamily="34" charset="0"/>
                <a:cs typeface="+mn-ea"/>
              </a:rPr>
              <a:t>Q .</a:t>
            </a:r>
            <a:r>
              <a:rPr lang="en-US" altLang="en-US" sz="1600">
                <a:solidFill>
                  <a:schemeClr val="tx1">
                    <a:lumMod val="65000"/>
                    <a:lumOff val="35000"/>
                  </a:schemeClr>
                </a:solidFill>
                <a:ea typeface="Arial" panose="020B0604020202090204" pitchFamily="34" charset="0"/>
                <a:cs typeface="+mn-ea"/>
              </a:rPr>
              <a:t>Which promoted products had the highest user activity on their promotion dates?</a:t>
            </a:r>
            <a:endParaRPr lang="en-US" altLang="en-US" sz="1600">
              <a:solidFill>
                <a:schemeClr val="tx1">
                  <a:lumMod val="65000"/>
                  <a:lumOff val="35000"/>
                </a:schemeClr>
              </a:solidFill>
              <a:ea typeface="Arial" panose="020B0604020202090204" pitchFamily="34" charset="0"/>
              <a:cs typeface="+mn-ea"/>
            </a:endParaRPr>
          </a:p>
          <a:p>
            <a:pPr algn="l">
              <a:lnSpc>
                <a:spcPct val="140000"/>
              </a:lnSpc>
              <a:buClrTx/>
              <a:buSzTx/>
              <a:buNone/>
            </a:pPr>
            <a:r>
              <a:rPr lang="en-US" altLang="en-US" sz="1600" b="1">
                <a:solidFill>
                  <a:schemeClr val="accent2"/>
                </a:solidFill>
                <a:ea typeface="Arial" panose="020B0604020202090204" pitchFamily="34" charset="0"/>
                <a:cs typeface="+mn-ea"/>
                <a:sym typeface="+mn-ea"/>
              </a:rPr>
              <a:t>Q </a:t>
            </a:r>
            <a:r>
              <a:rPr lang="en-US" altLang="en-US" sz="1600">
                <a:solidFill>
                  <a:schemeClr val="tx1">
                    <a:lumMod val="65000"/>
                    <a:lumOff val="35000"/>
                  </a:schemeClr>
                </a:solidFill>
                <a:ea typeface="Arial" panose="020B0604020202090204" pitchFamily="34" charset="0"/>
                <a:cs typeface="+mn-ea"/>
                <a:sym typeface="+mn-ea"/>
              </a:rPr>
              <a:t>.Which days of the week and hour of the day have the highest user activity? </a:t>
            </a:r>
            <a:endParaRPr lang="en-US" altLang="en-US" sz="1600">
              <a:solidFill>
                <a:schemeClr val="tx1">
                  <a:lumMod val="65000"/>
                  <a:lumOff val="35000"/>
                </a:schemeClr>
              </a:solidFill>
              <a:ea typeface="Arial" panose="020B0604020202090204" pitchFamily="34" charset="0"/>
              <a:cs typeface="+mn-ea"/>
            </a:endParaRPr>
          </a:p>
          <a:p>
            <a:pPr>
              <a:lnSpc>
                <a:spcPct val="140000"/>
              </a:lnSpc>
            </a:pPr>
            <a:r>
              <a:rPr lang="en-US" altLang="en-US" sz="1600" b="1">
                <a:solidFill>
                  <a:schemeClr val="accent2"/>
                </a:solidFill>
                <a:ea typeface="Arial" panose="020B0604020202090204" pitchFamily="34" charset="0"/>
                <a:cs typeface="+mn-ea"/>
                <a:sym typeface="+mn-ea"/>
              </a:rPr>
              <a:t>Q .</a:t>
            </a:r>
            <a:r>
              <a:rPr lang="en-US" altLang="en-US" sz="1600">
                <a:solidFill>
                  <a:schemeClr val="tx1">
                    <a:lumMod val="65000"/>
                    <a:lumOff val="35000"/>
                  </a:schemeClr>
                </a:solidFill>
                <a:ea typeface="Arial" panose="020B0604020202090204" pitchFamily="34" charset="0"/>
                <a:cs typeface="+mn-ea"/>
                <a:sym typeface="+mn-ea"/>
              </a:rPr>
              <a:t>Which category had the highest month-over-month increase in activity?</a:t>
            </a:r>
            <a:endParaRPr lang="en-US" altLang="en-US" sz="1600">
              <a:solidFill>
                <a:schemeClr val="tx1">
                  <a:lumMod val="65000"/>
                  <a:lumOff val="35000"/>
                </a:schemeClr>
              </a:solidFill>
              <a:ea typeface="Arial" panose="020B0604020202090204" pitchFamily="34" charset="0"/>
              <a:cs typeface="+mn-ea"/>
            </a:endParaRPr>
          </a:p>
          <a:p>
            <a:pPr>
              <a:lnSpc>
                <a:spcPct val="140000"/>
              </a:lnSpc>
            </a:pPr>
            <a:endParaRPr lang="en-US" altLang="en-US" sz="1600">
              <a:solidFill>
                <a:schemeClr val="tx1">
                  <a:lumMod val="65000"/>
                  <a:lumOff val="35000"/>
                </a:schemeClr>
              </a:solidFill>
              <a:ea typeface="Arial" panose="020B0604020202090204" pitchFamily="34" charset="0"/>
              <a:cs typeface="+mn-ea"/>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solidFill>
            <a:schemeClr val="accent1">
              <a:lumMod val="40000"/>
              <a:lumOff val="60000"/>
            </a:schemeClr>
          </a:solidFill>
        </p:spPr>
        <p:txBody>
          <a:bodyPr>
            <a:normAutofit fontScale="90000"/>
          </a:bodyPr>
          <a:p>
            <a:pPr algn="l">
              <a:lnSpc>
                <a:spcPct val="170000"/>
              </a:lnSpc>
              <a:buClrTx/>
              <a:buSzTx/>
              <a:buFontTx/>
            </a:pPr>
            <a:r>
              <a:rPr lang="en-US">
                <a:cs typeface="+mn-ea"/>
              </a:rPr>
              <a:t>ANALYSIS</a:t>
            </a:r>
            <a:endParaRPr lang="en-US">
              <a:cs typeface="+mn-ea"/>
            </a:endParaRPr>
          </a:p>
        </p:txBody>
      </p:sp>
      <p:sp>
        <p:nvSpPr>
          <p:cNvPr id="3" name="Text Placeholder 2"/>
          <p:cNvSpPr>
            <a:spLocks noGrp="1"/>
          </p:cNvSpPr>
          <p:nvPr>
            <p:ph type="body" idx="1"/>
          </p:nvPr>
        </p:nvSpPr>
        <p:spPr/>
        <p:txBody>
          <a:bodyPr/>
          <a:p>
            <a:r>
              <a:rPr lang="en-US"/>
              <a:t>EXCEL</a:t>
            </a:r>
            <a:endParaRPr lang="en-US"/>
          </a:p>
          <a:p>
            <a:endParaRPr lang="en-US"/>
          </a:p>
        </p:txBody>
      </p:sp>
      <p:pic>
        <p:nvPicPr>
          <p:cNvPr id="4" name="Picture 3"/>
          <p:cNvPicPr>
            <a:picLocks noChangeAspect="1"/>
          </p:cNvPicPr>
          <p:nvPr/>
        </p:nvPicPr>
        <p:blipFill>
          <a:blip r:embed="rId1"/>
          <a:stretch>
            <a:fillRect/>
          </a:stretch>
        </p:blipFill>
        <p:spPr>
          <a:xfrm>
            <a:off x="695960" y="1866900"/>
            <a:ext cx="9377680" cy="4603750"/>
          </a:xfrm>
          <a:prstGeom prst="rect">
            <a:avLst/>
          </a:prstGeom>
        </p:spPr>
      </p:pic>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solidFill>
            <a:schemeClr val="accent1">
              <a:lumMod val="40000"/>
              <a:lumOff val="60000"/>
            </a:schemeClr>
          </a:solidFill>
        </p:spPr>
        <p:txBody>
          <a:bodyPr>
            <a:normAutofit fontScale="90000"/>
          </a:bodyPr>
          <a:p>
            <a:pPr algn="l">
              <a:lnSpc>
                <a:spcPct val="170000"/>
              </a:lnSpc>
              <a:buClrTx/>
              <a:buSzTx/>
              <a:buFontTx/>
            </a:pPr>
            <a:r>
              <a:rPr lang="en-US">
                <a:cs typeface="+mn-ea"/>
              </a:rPr>
              <a:t>ANALYSIS</a:t>
            </a:r>
            <a:endParaRPr lang="en-US">
              <a:cs typeface="+mn-ea"/>
            </a:endParaRPr>
          </a:p>
        </p:txBody>
      </p:sp>
      <p:sp>
        <p:nvSpPr>
          <p:cNvPr id="3" name="Text Placeholder 2"/>
          <p:cNvSpPr>
            <a:spLocks noGrp="1"/>
          </p:cNvSpPr>
          <p:nvPr>
            <p:ph type="body" idx="1"/>
          </p:nvPr>
        </p:nvSpPr>
        <p:spPr/>
        <p:txBody>
          <a:bodyPr/>
          <a:p>
            <a:r>
              <a:rPr lang="en-US"/>
              <a:t>MySQL</a:t>
            </a:r>
            <a:endParaRPr lang="en-US"/>
          </a:p>
          <a:p>
            <a:pPr marL="0" indent="0">
              <a:buNone/>
            </a:pPr>
            <a:endParaRPr lang="en-US"/>
          </a:p>
          <a:p>
            <a:endParaRPr lang="en-US"/>
          </a:p>
        </p:txBody>
      </p:sp>
      <p:pic>
        <p:nvPicPr>
          <p:cNvPr id="5" name="Picture 4"/>
          <p:cNvPicPr>
            <a:picLocks noChangeAspect="1"/>
          </p:cNvPicPr>
          <p:nvPr/>
        </p:nvPicPr>
        <p:blipFill>
          <a:blip r:embed="rId1"/>
          <a:stretch>
            <a:fillRect/>
          </a:stretch>
        </p:blipFill>
        <p:spPr>
          <a:xfrm>
            <a:off x="695960" y="1913255"/>
            <a:ext cx="9384665" cy="4547235"/>
          </a:xfrm>
          <a:prstGeom prst="rect">
            <a:avLst/>
          </a:prstGeom>
        </p:spPr>
      </p:pic>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solidFill>
            <a:schemeClr val="accent1">
              <a:lumMod val="40000"/>
              <a:lumOff val="60000"/>
            </a:schemeClr>
          </a:solidFill>
        </p:spPr>
        <p:txBody>
          <a:bodyPr>
            <a:normAutofit fontScale="90000"/>
          </a:bodyPr>
          <a:p>
            <a:pPr algn="l">
              <a:lnSpc>
                <a:spcPct val="170000"/>
              </a:lnSpc>
              <a:buClrTx/>
              <a:buSzTx/>
              <a:buFontTx/>
            </a:pPr>
            <a:r>
              <a:rPr lang="en-US">
                <a:cs typeface="+mn-ea"/>
              </a:rPr>
              <a:t>ANALYSIS</a:t>
            </a:r>
            <a:endParaRPr lang="en-US">
              <a:cs typeface="+mn-ea"/>
            </a:endParaRPr>
          </a:p>
        </p:txBody>
      </p:sp>
      <p:sp>
        <p:nvSpPr>
          <p:cNvPr id="3" name="Text Placeholder 2"/>
          <p:cNvSpPr>
            <a:spLocks noGrp="1"/>
          </p:cNvSpPr>
          <p:nvPr>
            <p:ph type="body" idx="1"/>
          </p:nvPr>
        </p:nvSpPr>
        <p:spPr/>
        <p:txBody>
          <a:bodyPr/>
          <a:p>
            <a:r>
              <a:rPr lang="en-US"/>
              <a:t>POWER BI</a:t>
            </a:r>
            <a:endParaRPr lang="en-US"/>
          </a:p>
          <a:p>
            <a:pPr marL="0" indent="0">
              <a:buNone/>
            </a:pPr>
            <a:endParaRPr lang="en-US"/>
          </a:p>
          <a:p>
            <a:endParaRPr lang="en-US"/>
          </a:p>
        </p:txBody>
      </p:sp>
      <p:pic>
        <p:nvPicPr>
          <p:cNvPr id="4" name="Picture 3" descr="Screenshot 2026-09-16 172535"/>
          <p:cNvPicPr>
            <a:picLocks noChangeAspect="1"/>
          </p:cNvPicPr>
          <p:nvPr/>
        </p:nvPicPr>
        <p:blipFill>
          <a:blip r:embed="rId1"/>
          <a:stretch>
            <a:fillRect/>
          </a:stretch>
        </p:blipFill>
        <p:spPr>
          <a:xfrm>
            <a:off x="695960" y="1845945"/>
            <a:ext cx="9378315" cy="4599305"/>
          </a:xfrm>
          <a:prstGeom prst="rect">
            <a:avLst/>
          </a:prstGeom>
          <a:ln>
            <a:solidFill>
              <a:schemeClr val="tx2"/>
            </a:solidFill>
          </a:ln>
        </p:spPr>
      </p:pic>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KEY FINDINGS</a:t>
            </a:r>
            <a:endParaRPr lang="en-US" altLang="en-US"/>
          </a:p>
        </p:txBody>
      </p:sp>
      <p:sp>
        <p:nvSpPr>
          <p:cNvPr id="8" name="Diagonal Corners Rounded Rectangle 7"/>
          <p:cNvSpPr/>
          <p:nvPr/>
        </p:nvSpPr>
        <p:spPr>
          <a:xfrm>
            <a:off x="685800" y="1311910"/>
            <a:ext cx="2332355" cy="2116455"/>
          </a:xfrm>
          <a:prstGeom prst="round2Diag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160,000 total events recorded, total unique users are 14335.</a:t>
            </a:r>
            <a:endParaRPr lang="en-US"/>
          </a:p>
        </p:txBody>
      </p:sp>
      <p:sp>
        <p:nvSpPr>
          <p:cNvPr id="9" name="Diagonal Corners Rounded Rectangle 8"/>
          <p:cNvSpPr/>
          <p:nvPr/>
        </p:nvSpPr>
        <p:spPr>
          <a:xfrm>
            <a:off x="6435090" y="1301750"/>
            <a:ext cx="2332355" cy="2116455"/>
          </a:xfrm>
          <a:prstGeom prst="round2Diag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3:00 PM is the peak hour for user activity with 10,317 events.</a:t>
            </a:r>
            <a:endParaRPr lang="en-US"/>
          </a:p>
        </p:txBody>
      </p:sp>
      <p:sp>
        <p:nvSpPr>
          <p:cNvPr id="10" name="Diagonal Corners Rounded Rectangle 9"/>
          <p:cNvSpPr/>
          <p:nvPr/>
        </p:nvSpPr>
        <p:spPr>
          <a:xfrm>
            <a:off x="9172575" y="3912870"/>
            <a:ext cx="2332355" cy="2116455"/>
          </a:xfrm>
          <a:prstGeom prst="round2Diag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Kids category achieved the highest user score average.</a:t>
            </a:r>
            <a:endParaRPr lang="en-US"/>
          </a:p>
        </p:txBody>
      </p:sp>
      <p:sp>
        <p:nvSpPr>
          <p:cNvPr id="11" name="Diagonal Corners Rounded Rectangle 10"/>
          <p:cNvSpPr/>
          <p:nvPr/>
        </p:nvSpPr>
        <p:spPr>
          <a:xfrm>
            <a:off x="6376035" y="3912870"/>
            <a:ext cx="2332355" cy="2116455"/>
          </a:xfrm>
          <a:prstGeom prst="round2Diag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Computer is the product (sub_category2) which has the highest average price.</a:t>
            </a:r>
            <a:endParaRPr lang="en-US"/>
          </a:p>
        </p:txBody>
      </p:sp>
      <p:sp>
        <p:nvSpPr>
          <p:cNvPr id="12" name="Diagonal Corners Rounded Rectangle 11"/>
          <p:cNvSpPr/>
          <p:nvPr/>
        </p:nvSpPr>
        <p:spPr>
          <a:xfrm>
            <a:off x="3526155" y="3912870"/>
            <a:ext cx="2332355" cy="2116455"/>
          </a:xfrm>
          <a:prstGeom prst="round2Diag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Electronics holds the highest event volume.</a:t>
            </a:r>
            <a:endParaRPr lang="en-US"/>
          </a:p>
        </p:txBody>
      </p:sp>
      <p:sp>
        <p:nvSpPr>
          <p:cNvPr id="13" name="Diagonal Corners Rounded Rectangle 12"/>
          <p:cNvSpPr/>
          <p:nvPr/>
        </p:nvSpPr>
        <p:spPr>
          <a:xfrm>
            <a:off x="695960" y="3912870"/>
            <a:ext cx="2332355" cy="2116455"/>
          </a:xfrm>
          <a:prstGeom prst="round2Diag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The brand with highest number of user activity is Samsung.</a:t>
            </a:r>
            <a:endParaRPr lang="en-US"/>
          </a:p>
        </p:txBody>
      </p:sp>
      <p:sp>
        <p:nvSpPr>
          <p:cNvPr id="14" name="Diagonal Corners Rounded Rectangle 13"/>
          <p:cNvSpPr/>
          <p:nvPr/>
        </p:nvSpPr>
        <p:spPr>
          <a:xfrm>
            <a:off x="3526155" y="1301750"/>
            <a:ext cx="2332355" cy="2116455"/>
          </a:xfrm>
          <a:prstGeom prst="round2Diag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Browser leads slightly over App with 80188 events whereas app has 79812 events.</a:t>
            </a:r>
            <a:endParaRPr lang="en-US"/>
          </a:p>
        </p:txBody>
      </p:sp>
      <p:sp>
        <p:nvSpPr>
          <p:cNvPr id="15" name="Diagonal Corners Rounded Rectangle 14"/>
          <p:cNvSpPr/>
          <p:nvPr/>
        </p:nvSpPr>
        <p:spPr>
          <a:xfrm>
            <a:off x="9163685" y="1301750"/>
            <a:ext cx="2332355" cy="2116455"/>
          </a:xfrm>
          <a:prstGeom prst="round2Diag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Georgia (GA) recorded the highest number of user events.</a:t>
            </a:r>
            <a:endParaRPr 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KEY FINDINGS</a:t>
            </a:r>
            <a:endParaRPr lang="en-US" altLang="en-US"/>
          </a:p>
        </p:txBody>
      </p:sp>
      <p:sp>
        <p:nvSpPr>
          <p:cNvPr id="8" name="Diagonal Corners Rounded Rectangle 7"/>
          <p:cNvSpPr/>
          <p:nvPr/>
        </p:nvSpPr>
        <p:spPr>
          <a:xfrm>
            <a:off x="685800" y="1311910"/>
            <a:ext cx="2332355" cy="2116455"/>
          </a:xfrm>
          <a:prstGeom prst="round2Diag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The highest discount offered in special one-day promotions is 35%.</a:t>
            </a:r>
            <a:endParaRPr lang="en-US"/>
          </a:p>
        </p:txBody>
      </p:sp>
      <p:sp>
        <p:nvSpPr>
          <p:cNvPr id="9" name="Diagonal Corners Rounded Rectangle 8"/>
          <p:cNvSpPr/>
          <p:nvPr/>
        </p:nvSpPr>
        <p:spPr>
          <a:xfrm>
            <a:off x="6435090" y="1301750"/>
            <a:ext cx="2332355" cy="2116455"/>
          </a:xfrm>
          <a:prstGeom prst="round2Diag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Electronics category has the highest Month over month increase in user activity.</a:t>
            </a:r>
            <a:endParaRPr lang="en-US"/>
          </a:p>
        </p:txBody>
      </p:sp>
      <p:sp>
        <p:nvSpPr>
          <p:cNvPr id="10" name="Diagonal Corners Rounded Rectangle 9"/>
          <p:cNvSpPr/>
          <p:nvPr/>
        </p:nvSpPr>
        <p:spPr>
          <a:xfrm>
            <a:off x="8232140" y="3912870"/>
            <a:ext cx="3493008" cy="2116455"/>
          </a:xfrm>
          <a:prstGeom prst="round2Diag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Friday is the most active day of the week followed by Saturday whereas Monday has the lowest user interaction.</a:t>
            </a:r>
            <a:endParaRPr lang="en-US"/>
          </a:p>
        </p:txBody>
      </p:sp>
      <p:sp>
        <p:nvSpPr>
          <p:cNvPr id="11" name="Diagonal Corners Rounded Rectangle 10"/>
          <p:cNvSpPr/>
          <p:nvPr/>
        </p:nvSpPr>
        <p:spPr>
          <a:xfrm>
            <a:off x="4494530" y="3912870"/>
            <a:ext cx="3488690" cy="2116455"/>
          </a:xfrm>
          <a:prstGeom prst="round2Diag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Applying discount doesn’t lead to increase in user activity, most products  are showing negligible gains or even significant drops in daily engagement.</a:t>
            </a:r>
            <a:endParaRPr lang="en-US"/>
          </a:p>
        </p:txBody>
      </p:sp>
      <p:sp>
        <p:nvSpPr>
          <p:cNvPr id="13" name="Diagonal Corners Rounded Rectangle 12"/>
          <p:cNvSpPr/>
          <p:nvPr/>
        </p:nvSpPr>
        <p:spPr>
          <a:xfrm>
            <a:off x="695960" y="3912870"/>
            <a:ext cx="3488690" cy="2116455"/>
          </a:xfrm>
          <a:prstGeom prst="round2Diag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Product IDs 893 (Apple Smartphone) and 6928 (Redmond Blender) received the maximum 35% discount.</a:t>
            </a:r>
            <a:endParaRPr lang="en-US"/>
          </a:p>
        </p:txBody>
      </p:sp>
      <p:sp>
        <p:nvSpPr>
          <p:cNvPr id="14" name="Diagonal Corners Rounded Rectangle 13"/>
          <p:cNvSpPr/>
          <p:nvPr/>
        </p:nvSpPr>
        <p:spPr>
          <a:xfrm>
            <a:off x="3526155" y="1301750"/>
            <a:ext cx="2332355" cy="2116455"/>
          </a:xfrm>
          <a:prstGeom prst="round2Diag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Product ID 893 had the highest user activity on its promotion date.</a:t>
            </a:r>
            <a:endParaRPr lang="en-US"/>
          </a:p>
        </p:txBody>
      </p:sp>
      <p:sp>
        <p:nvSpPr>
          <p:cNvPr id="15" name="Diagonal Corners Rounded Rectangle 14"/>
          <p:cNvSpPr/>
          <p:nvPr/>
        </p:nvSpPr>
        <p:spPr>
          <a:xfrm>
            <a:off x="9163685" y="1301750"/>
            <a:ext cx="2332355" cy="2116455"/>
          </a:xfrm>
          <a:prstGeom prst="round2Diag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Higher discount percentage failed to drive higher engagement. </a:t>
            </a:r>
            <a:endParaRPr lang="en-US"/>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BUSINESS INSIGHT</a:t>
            </a:r>
            <a:endParaRPr lang="en-US" altLang="en-US"/>
          </a:p>
        </p:txBody>
      </p:sp>
      <p:sp>
        <p:nvSpPr>
          <p:cNvPr id="3" name="Text Placeholder 2"/>
          <p:cNvSpPr>
            <a:spLocks noGrp="1"/>
          </p:cNvSpPr>
          <p:nvPr>
            <p:ph type="body" idx="1"/>
          </p:nvPr>
        </p:nvSpPr>
        <p:spPr/>
        <p:txBody>
          <a:bodyPr>
            <a:normAutofit fontScale="90000"/>
          </a:bodyPr>
          <a:p>
            <a:pPr marL="0" indent="0">
              <a:buNone/>
            </a:pPr>
            <a:r>
              <a:rPr lang="en-US" altLang="en-US" sz="2000">
                <a:solidFill>
                  <a:schemeClr val="accent1"/>
                </a:solidFill>
                <a:latin typeface="+mn-lt"/>
                <a:cs typeface="+mn-ea"/>
              </a:rPr>
              <a:t>Avoid offering large discounts on low-performing products: </a:t>
            </a:r>
            <a:r>
              <a:rPr lang="en-US" altLang="en-US" sz="2000">
                <a:solidFill>
                  <a:schemeClr val="tx1">
                    <a:lumMod val="65000"/>
                    <a:lumOff val="35000"/>
                  </a:schemeClr>
                </a:solidFill>
                <a:latin typeface="+mn-lt"/>
                <a:cs typeface="+mn-ea"/>
              </a:rPr>
              <a:t>As per the analysis, higher discounts did not lead to higher user activity. It could be better to offer promotions more selectively, for the products and categories which is already receiving customer’s interest; for products which are added into customer’s cart.</a:t>
            </a:r>
            <a:endParaRPr lang="en-US" altLang="en-US" sz="2000">
              <a:solidFill>
                <a:schemeClr val="tx1">
                  <a:lumMod val="65000"/>
                  <a:lumOff val="35000"/>
                </a:schemeClr>
              </a:solidFill>
              <a:latin typeface="+mn-lt"/>
              <a:cs typeface="+mn-ea"/>
            </a:endParaRPr>
          </a:p>
          <a:p>
            <a:pPr marL="0" indent="0">
              <a:buNone/>
            </a:pPr>
            <a:r>
              <a:rPr lang="en-US" altLang="en-US" sz="2000">
                <a:solidFill>
                  <a:schemeClr val="accent1"/>
                </a:solidFill>
                <a:latin typeface="+mn-lt"/>
                <a:cs typeface="+mn-ea"/>
              </a:rPr>
              <a:t>Use engagement analysis to drive conversions: </a:t>
            </a:r>
            <a:r>
              <a:rPr lang="en-US" altLang="en-US" sz="2000">
                <a:solidFill>
                  <a:schemeClr val="tx1">
                    <a:lumMod val="65000"/>
                    <a:lumOff val="35000"/>
                  </a:schemeClr>
                </a:solidFill>
                <a:latin typeface="+mn-lt"/>
                <a:cs typeface="+mn-ea"/>
              </a:rPr>
              <a:t>Instead of offering discounts across random products, the business can identify products that show stronger engagement during promotions and can offer discounts on those products which may help in boost sales opportunities. </a:t>
            </a:r>
            <a:endParaRPr lang="en-US" altLang="en-US" sz="2000">
              <a:solidFill>
                <a:schemeClr val="tx1">
                  <a:lumMod val="65000"/>
                  <a:lumOff val="35000"/>
                </a:schemeClr>
              </a:solidFill>
              <a:latin typeface="+mn-lt"/>
              <a:cs typeface="+mn-ea"/>
            </a:endParaRPr>
          </a:p>
          <a:p>
            <a:pPr marL="0" indent="0">
              <a:buNone/>
            </a:pPr>
            <a:r>
              <a:rPr lang="en-US" altLang="en-US" sz="2000">
                <a:solidFill>
                  <a:schemeClr val="accent1"/>
                </a:solidFill>
                <a:latin typeface="+mn-lt"/>
                <a:cs typeface="+mn-ea"/>
              </a:rPr>
              <a:t>Focus marketing and engagement activities during peak periods:</a:t>
            </a:r>
            <a:r>
              <a:rPr lang="en-US" altLang="en-US" sz="2000">
                <a:solidFill>
                  <a:schemeClr val="tx1">
                    <a:lumMod val="65000"/>
                    <a:lumOff val="35000"/>
                  </a:schemeClr>
                </a:solidFill>
                <a:latin typeface="+mn-lt"/>
                <a:cs typeface="+mn-ea"/>
              </a:rPr>
              <a:t> Since Friday has the highest engagement and 3:00 PM is the peak hour with highest events, the business can run marketing campaigns, product recommendations, and promotional messages during peak period to maximize visibility and engagement.</a:t>
            </a:r>
            <a:endParaRPr lang="en-US" altLang="en-US" sz="2000">
              <a:solidFill>
                <a:schemeClr val="tx1">
                  <a:lumMod val="65000"/>
                  <a:lumOff val="35000"/>
                </a:schemeClr>
              </a:solidFill>
              <a:latin typeface="+mn-lt"/>
              <a:cs typeface="+mn-ea"/>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BUSINESS INSIGHT</a:t>
            </a:r>
            <a:endParaRPr lang="en-US"/>
          </a:p>
        </p:txBody>
      </p:sp>
      <p:sp>
        <p:nvSpPr>
          <p:cNvPr id="3" name="Text Placeholder 2"/>
          <p:cNvSpPr>
            <a:spLocks noGrp="1"/>
          </p:cNvSpPr>
          <p:nvPr>
            <p:ph type="body" idx="1"/>
          </p:nvPr>
        </p:nvSpPr>
        <p:spPr/>
        <p:txBody>
          <a:bodyPr>
            <a:normAutofit/>
          </a:bodyPr>
          <a:p>
            <a:pPr marL="0" indent="0" algn="l">
              <a:buClrTx/>
              <a:buSzTx/>
              <a:buNone/>
            </a:pPr>
            <a:r>
              <a:rPr lang="en-US" altLang="en-US" sz="1800">
                <a:solidFill>
                  <a:schemeClr val="accent1"/>
                </a:solidFill>
                <a:latin typeface="+mn-lt"/>
                <a:cs typeface="+mn-ea"/>
              </a:rPr>
              <a:t>Prioritize high-performing categories: </a:t>
            </a:r>
            <a:r>
              <a:rPr lang="en-US" altLang="en-US" sz="1800">
                <a:solidFill>
                  <a:schemeClr val="tx1">
                    <a:lumMod val="65000"/>
                    <a:lumOff val="35000"/>
                  </a:schemeClr>
                </a:solidFill>
                <a:latin typeface="+mn-lt"/>
                <a:cs typeface="+mn-ea"/>
              </a:rPr>
              <a:t>Since electronics has the highest engagement volume and the highest month-over-month increase in activity, the business can focus on promoting electronics products and run more campaigns for this category as there are higher chances of sales conversion.</a:t>
            </a:r>
            <a:endParaRPr lang="en-US" altLang="en-US" sz="1800">
              <a:solidFill>
                <a:schemeClr val="tx1">
                  <a:lumMod val="65000"/>
                  <a:lumOff val="35000"/>
                </a:schemeClr>
              </a:solidFill>
              <a:latin typeface="+mn-lt"/>
              <a:cs typeface="+mn-ea"/>
            </a:endParaRPr>
          </a:p>
          <a:p>
            <a:pPr marL="0" indent="0" algn="l">
              <a:buClrTx/>
              <a:buSzTx/>
              <a:buNone/>
            </a:pPr>
            <a:r>
              <a:rPr lang="en-US" altLang="en-US" sz="1800">
                <a:solidFill>
                  <a:schemeClr val="accent1"/>
                </a:solidFill>
                <a:latin typeface="+mn-lt"/>
                <a:cs typeface="+mn-ea"/>
              </a:rPr>
              <a:t>Monitor activity trend for inventory planning:</a:t>
            </a:r>
            <a:r>
              <a:rPr lang="en-US" altLang="en-US" sz="1800">
                <a:solidFill>
                  <a:schemeClr val="tx1">
                    <a:lumMod val="65000"/>
                    <a:lumOff val="35000"/>
                  </a:schemeClr>
                </a:solidFill>
                <a:latin typeface="+mn-lt"/>
                <a:cs typeface="+mn-ea"/>
              </a:rPr>
              <a:t> Since Samsung has the highest user activity, the business should keep track of its demand and make sure popular Samsung products are available in the stock to fulfill the orders.</a:t>
            </a:r>
            <a:endParaRPr lang="en-US" altLang="en-US" sz="1800">
              <a:solidFill>
                <a:schemeClr val="tx1">
                  <a:lumMod val="65000"/>
                  <a:lumOff val="35000"/>
                </a:schemeClr>
              </a:solidFill>
              <a:latin typeface="+mn-lt"/>
              <a:cs typeface="+mn-ea"/>
            </a:endParaRPr>
          </a:p>
          <a:p>
            <a:pPr marL="0" indent="0" algn="l">
              <a:buClrTx/>
              <a:buSzTx/>
              <a:buNone/>
            </a:pPr>
            <a:r>
              <a:rPr lang="en-US" altLang="en-US" sz="1800">
                <a:solidFill>
                  <a:schemeClr val="accent1"/>
                </a:solidFill>
                <a:latin typeface="+mn-lt"/>
                <a:cs typeface="+mn-ea"/>
              </a:rPr>
              <a:t>Focus on both channels: </a:t>
            </a:r>
            <a:r>
              <a:rPr lang="en-US" altLang="en-US" sz="1800">
                <a:solidFill>
                  <a:schemeClr val="tx1">
                    <a:lumMod val="65000"/>
                    <a:lumOff val="35000"/>
                  </a:schemeClr>
                </a:solidFill>
                <a:latin typeface="+mn-lt"/>
                <a:cs typeface="+mn-ea"/>
              </a:rPr>
              <a:t>Since user activity is similar across browser and app, the business should continue focusing on both channels. Providing a consistent and smooth experience across both platforms can help keep users engaged and support overall business growth.</a:t>
            </a:r>
            <a:endParaRPr lang="en-US" altLang="en-US" sz="1800">
              <a:solidFill>
                <a:schemeClr val="tx1">
                  <a:lumMod val="65000"/>
                  <a:lumOff val="35000"/>
                </a:schemeClr>
              </a:solidFill>
              <a:latin typeface="+mn-lt"/>
              <a:cs typeface="+mn-ea"/>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CONCLUSION</a:t>
            </a:r>
            <a:endParaRPr lang="en-US"/>
          </a:p>
        </p:txBody>
      </p:sp>
      <p:sp>
        <p:nvSpPr>
          <p:cNvPr id="3" name="Text Placeholder 2"/>
          <p:cNvSpPr>
            <a:spLocks noGrp="1"/>
          </p:cNvSpPr>
          <p:nvPr>
            <p:ph type="body" idx="1"/>
          </p:nvPr>
        </p:nvSpPr>
        <p:spPr/>
        <p:txBody>
          <a:bodyPr>
            <a:normAutofit/>
          </a:bodyPr>
          <a:p>
            <a:pPr marL="0" indent="0">
              <a:buNone/>
            </a:pPr>
            <a:r>
              <a:rPr lang="en-US" altLang="en-US" sz="2000">
                <a:solidFill>
                  <a:schemeClr val="tx1">
                    <a:lumMod val="65000"/>
                    <a:lumOff val="35000"/>
                  </a:schemeClr>
                </a:solidFill>
                <a:latin typeface="+mn-lt"/>
                <a:cs typeface="+mn-ea"/>
              </a:rPr>
              <a:t>The analysis of  e-commerce events provides insights into user activity, product performance, channel preference, and promotional activities. User engagement is balanced between Browser and App. Friday is the day with highest user interaction and 3:00 PM shows the peak time of user activity. Electronics and Samsung recorded highest user activities, while Georgia (GA) had the highest number of events. The analysis also shows that higher discounts did not result in increased user engagement, indicating that only discount percentage may not always lead to higher activity. These insights can help the business in running advertisements and promotions during the peak time, promote the product where customer’s interest is high, keep users engaged on both channels, and make better decisions about promotions and customer engagement.</a:t>
            </a:r>
            <a:endParaRPr lang="en-US" altLang="en-US" sz="2000">
              <a:solidFill>
                <a:schemeClr val="tx1">
                  <a:lumMod val="65000"/>
                  <a:lumOff val="35000"/>
                </a:schemeClr>
              </a:solidFill>
              <a:latin typeface="+mn-lt"/>
              <a:cs typeface="+mn-ea"/>
            </a:endParaRPr>
          </a:p>
        </p:txBody>
      </p:sp>
    </p:spTree>
    <p:custDataLst>
      <p:tags r:id="rId1"/>
    </p:custDataLst>
  </p:cSld>
  <p:clrMapOvr>
    <a:masterClrMapping/>
  </p:clrMapOvr>
</p:sld>
</file>

<file path=ppt/tags/tag1.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4"/>
</p:tagLst>
</file>

<file path=ppt/tags/tag10.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8"/>
</p:tagLst>
</file>

<file path=ppt/tags/tag1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1"/>
</p:tagLst>
</file>

<file path=ppt/tags/tag15.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 name="KSO_WM_TEMPLATE_CATEGORY" val="custom"/>
  <p:tag name="KSO_WM_TEMPLATE_INDEX" val="20238144"/>
</p:tagLst>
</file>

<file path=ppt/tags/tag18.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350"/>
  <p:tag name="KSO_WM_TEMPLATE_CATEGORY" val="custom"/>
  <p:tag name="KSO_WM_TEMPLATE_INDEX" val="20238144"/>
</p:tagLst>
</file>

<file path=ppt/tags/tag19.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TEMPLATE_THUMBS_INDEX" val="1、9"/>
  <p:tag name="KSO_WM_TEMPLATE_SUBCATEGORY" val="29"/>
  <p:tag name="KSO_WM_TEMPLATE_COLOR_TYPE" val="0"/>
  <p:tag name="KSO_WM_TAG_VERSION" val="3.0"/>
  <p:tag name="KSO_WM_BEAUTIFY_FLAG" val="#wm#"/>
  <p:tag name="KSO_WM_TEMPLATE_INDEX" val="20238144"/>
  <p:tag name="KSO_WM_TEMPLATE_CATEGORY" val="custom"/>
  <p:tag name="KSO_WM_TEMPLATE_MASTER_TYPE" val="0"/>
  <p:tag name="KSO_WM_SPECIAL_SOURCE" val="bdnull"/>
</p:tagLst>
</file>

<file path=ppt/tags/tag23.xml><?xml version="1.0" encoding="utf-8"?>
<p:tagLst xmlns:p="http://schemas.openxmlformats.org/presentationml/2006/main">
  <p:tag name="KSO_WM_UNIT_SUBTYPE" val="b"/>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custom20238019_1*f*4"/>
  <p:tag name="KSO_WM_TEMPLATE_CATEGORY" val="custom"/>
  <p:tag name="KSO_WM_TEMPLATE_INDEX" val="20238019"/>
  <p:tag name="KSO_WM_UNIT_LAYERLEVEL" val="1"/>
  <p:tag name="KSO_WM_TAG_VERSION" val="3.0"/>
  <p:tag name="KSO_WM_BEAUTIFY_FLAG" val="#wm#"/>
  <p:tag name="KSO_WM_UNIT_FILL_FORE_SCHEMECOLOR_INDEX_1_BRIGHTNESS" val="0"/>
  <p:tag name="KSO_WM_UNIT_FILL_FORE_SCHEMECOLOR_INDEX_1" val="5"/>
  <p:tag name="KSO_WM_UNIT_FILL_FORE_SCHEMECOLOR_INDEX_1_POS" val="0.67"/>
  <p:tag name="KSO_WM_UNIT_FILL_FORE_SCHEMECOLOR_INDEX_1_TRANS" val="0"/>
  <p:tag name="KSO_WM_UNIT_FILL_FORE_SCHEMECOLOR_INDEX_2_BRIGHTNESS" val="0.4"/>
  <p:tag name="KSO_WM_UNIT_FILL_FORE_SCHEMECOLOR_INDEX_2" val="5"/>
  <p:tag name="KSO_WM_UNIT_FILL_FORE_SCHEMECOLOR_INDEX_2_POS" val="1"/>
  <p:tag name="KSO_WM_UNIT_FILL_FORE_SCHEMECOLOR_INDEX_2_TRANS" val="0"/>
  <p:tag name="KSO_WM_UNIT_FILL_GRADIENT_TYPE" val="0"/>
  <p:tag name="KSO_WM_UNIT_FILL_GRADIENT_ANGLE" val="45"/>
  <p:tag name="KSO_WM_UNIT_FILL_GRADIENT_DIRECTION" val="0"/>
  <p:tag name="KSO_WM_UNIT_FILL_TYPE" val="3"/>
  <p:tag name="KSO_WM_UNIT_TEXT_FILL_FORE_SCHEMECOLOR_INDEX_BRIGHTNESS" val="0"/>
  <p:tag name="KSO_WM_UNIT_TEXT_FILL_FORE_SCHEMECOLOR_INDEX" val="14"/>
  <p:tag name="KSO_WM_UNIT_TEXT_FILL_TYPE" val="1"/>
  <p:tag name="KSO_WM_UNIT_PRESET_TEXT" val="Name"/>
</p:tagLst>
</file>

<file path=ppt/tags/tag24.xml><?xml version="1.0" encoding="utf-8"?>
<p:tagLst xmlns:p="http://schemas.openxmlformats.org/presentationml/2006/main">
  <p:tag name="KSO_WM_UNIT_TYPE" val="a"/>
  <p:tag name="KSO_WM_UNIT_INDEX" val="1"/>
  <p:tag name="KSO_WM_BEAUTIFY_FLAG" val="#wm#"/>
  <p:tag name="KSO_WM_TAG_VERSION" val="3.0"/>
  <p:tag name="KSO_WM_UNIT_ID" val="custom20238144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144"/>
  <p:tag name="KSO_WM_TEMPLATE_CATEGORY" val="custom"/>
  <p:tag name="KSO_WM_UNIT_ISCONTENTSTITLE" val="0"/>
  <p:tag name="KSO_WM_UNIT_VALUE" val="14"/>
  <p:tag name="KSO_WM_UNIT_PRESET_TEXT" val="The title goes here"/>
</p:tagLst>
</file>

<file path=ppt/tags/tag25.xml><?xml version="1.0" encoding="utf-8"?>
<p:tagLst xmlns:p="http://schemas.openxmlformats.org/presentationml/2006/main">
  <p:tag name="KSO_WM_TEMPLATE_THUMBS_INDEX" val="1、9"/>
  <p:tag name="KSO_WM_SLIDE_TYPE" val="title"/>
  <p:tag name="KSO_WM_TEMPLATE_SUBCATEGORY" val="29"/>
  <p:tag name="KSO_WM_TEMPLATE_COLOR_TYPE" val="0"/>
  <p:tag name="KSO_WM_TAG_VERSION" val="3.0"/>
  <p:tag name="KSO_WM_SLIDE_SUBTYPE" val="pureTxt"/>
  <p:tag name="KSO_WM_SLIDE_ITEM_CNT" val="0"/>
  <p:tag name="KSO_WM_BEAUTIFY_FLAG" val="#wm#"/>
  <p:tag name="KSO_WM_TEMPLATE_INDEX" val="20238144"/>
  <p:tag name="KSO_WM_TEMPLATE_CATEGORY" val="custom"/>
  <p:tag name="KSO_WM_SLIDE_INDEX" val="1"/>
  <p:tag name="KSO_WM_SLIDE_ID" val="custom20238144_1"/>
  <p:tag name="KSO_WM_TEMPLATE_MASTER_TYPE" val="0"/>
  <p:tag name="KSO_WM_SLIDE_LAYOUT" val="a_b_f"/>
  <p:tag name="KSO_WM_SLIDE_LAYOUT_CNT" val="1_1_1"/>
  <p:tag name="KSO_WM_SPECIAL_SOURCE" val="bdnull"/>
</p:tagLst>
</file>

<file path=ppt/tags/tag26.xml><?xml version="1.0" encoding="utf-8"?>
<p:tagLst xmlns:p="http://schemas.openxmlformats.org/presentationml/2006/main">
  <p:tag name="KSO_WM_BEAUTIFY_FLAG" val="#wm#"/>
  <p:tag name="KSO_WM_TEMPLATE_CATEGORY" val="custom"/>
  <p:tag name="KSO_WM_TEMPLATE_INDEX" val="20238144"/>
</p:tagLst>
</file>

<file path=ppt/tags/tag27.xml><?xml version="1.0" encoding="utf-8"?>
<p:tagLst xmlns:p="http://schemas.openxmlformats.org/presentationml/2006/main">
  <p:tag name="KSO_WM_BEAUTIFY_FLAG" val="#wm#"/>
  <p:tag name="KSO_WM_TEMPLATE_CATEGORY" val="custom"/>
  <p:tag name="KSO_WM_TEMPLATE_INDEX" val="20238144"/>
</p:tagLst>
</file>

<file path=ppt/tags/tag28.xml><?xml version="1.0" encoding="utf-8"?>
<p:tagLst xmlns:p="http://schemas.openxmlformats.org/presentationml/2006/main">
  <p:tag name="KSO_WM_BEAUTIFY_FLAG" val="#wm#"/>
  <p:tag name="KSO_WM_TEMPLATE_CATEGORY" val="custom"/>
  <p:tag name="KSO_WM_TEMPLATE_INDEX" val="20238144"/>
</p:tagLst>
</file>

<file path=ppt/tags/tag29.xml><?xml version="1.0" encoding="utf-8"?>
<p:tagLst xmlns:p="http://schemas.openxmlformats.org/presentationml/2006/main">
  <p:tag name="KSO_WM_BEAUTIFY_FLAG" val="#wm#"/>
  <p:tag name="KSO_WM_TEMPLATE_CATEGORY" val="custom"/>
  <p:tag name="KSO_WM_TEMPLATE_INDEX" val="20238144"/>
</p:tagLst>
</file>

<file path=ppt/tags/tag30.xml><?xml version="1.0" encoding="utf-8"?>
<p:tagLst xmlns:p="http://schemas.openxmlformats.org/presentationml/2006/main">
  <p:tag name="KSO_WM_BEAUTIFY_FLAG" val="#wm#"/>
  <p:tag name="KSO_WM_TEMPLATE_CATEGORY" val="custom"/>
  <p:tag name="KSO_WM_TEMPLATE_INDEX" val="20238144"/>
</p:tagLst>
</file>

<file path=ppt/tags/tag31.xml><?xml version="1.0" encoding="utf-8"?>
<p:tagLst xmlns:p="http://schemas.openxmlformats.org/presentationml/2006/main">
  <p:tag name="KSO_WM_BEAUTIFY_FLAG" val="#wm#"/>
  <p:tag name="KSO_WM_TEMPLATE_CATEGORY" val="custom"/>
  <p:tag name="KSO_WM_TEMPLATE_INDEX" val="20238144"/>
</p:tagLst>
</file>

<file path=ppt/tags/tag32.xml><?xml version="1.0" encoding="utf-8"?>
<p:tagLst xmlns:p="http://schemas.openxmlformats.org/presentationml/2006/main">
  <p:tag name="KSO_WM_BEAUTIFY_FLAG" val="#wm#"/>
  <p:tag name="KSO_WM_TEMPLATE_CATEGORY" val="custom"/>
  <p:tag name="KSO_WM_TEMPLATE_INDEX" val="20238144"/>
</p:tagLst>
</file>

<file path=ppt/tags/tag33.xml><?xml version="1.0" encoding="utf-8"?>
<p:tagLst xmlns:p="http://schemas.openxmlformats.org/presentationml/2006/main">
  <p:tag name="KSO_WM_BEAUTIFY_FLAG" val="#wm#"/>
  <p:tag name="KSO_WM_TEMPLATE_CATEGORY" val="custom"/>
  <p:tag name="KSO_WM_TEMPLATE_INDEX" val="20238144"/>
</p:tagLst>
</file>

<file path=ppt/tags/tag34.xml><?xml version="1.0" encoding="utf-8"?>
<p:tagLst xmlns:p="http://schemas.openxmlformats.org/presentationml/2006/main">
  <p:tag name="KSO_WM_BEAUTIFY_FLAG" val="#wm#"/>
  <p:tag name="KSO_WM_TEMPLATE_CATEGORY" val="custom"/>
  <p:tag name="KSO_WM_TEMPLATE_INDEX" val="20238144"/>
</p:tagLst>
</file>

<file path=ppt/tags/tag35.xml><?xml version="1.0" encoding="utf-8"?>
<p:tagLst xmlns:p="http://schemas.openxmlformats.org/presentationml/2006/main">
  <p:tag name="KSO_WM_BEAUTIFY_FLAG" val="#wm#"/>
  <p:tag name="KSO_WM_TEMPLATE_CATEGORY" val="custom"/>
  <p:tag name="KSO_WM_TEMPLATE_INDEX" val="20238144"/>
</p:tagLst>
</file>

<file path=ppt/tags/tag36.xml><?xml version="1.0" encoding="utf-8"?>
<p:tagLst xmlns:p="http://schemas.openxmlformats.org/presentationml/2006/main">
  <p:tag name="KSO_WM_BEAUTIFY_FLAG" val="#wm#"/>
  <p:tag name="KSO_WM_TEMPLATE_CATEGORY" val="custom"/>
  <p:tag name="KSO_WM_TEMPLATE_INDEX" val="20238144"/>
</p:tagLst>
</file>

<file path=ppt/tags/tag37.xml><?xml version="1.0" encoding="utf-8"?>
<p:tagLst xmlns:p="http://schemas.openxmlformats.org/presentationml/2006/main">
  <p:tag name="KSO_WM_BEAUTIFY_FLAG" val="#wm#"/>
  <p:tag name="KSO_WM_TEMPLATE_CATEGORY" val="custom"/>
  <p:tag name="KSO_WM_TEMPLATE_INDEX" val="20238144"/>
</p:tagLst>
</file>

<file path=ppt/tags/tag38.xml><?xml version="1.0" encoding="utf-8"?>
<p:tagLst xmlns:p="http://schemas.openxmlformats.org/presentationml/2006/main">
  <p:tag name="KSO_WM_BEAUTIFY_FLAG" val="#wm#"/>
  <p:tag name="KSO_WM_TEMPLATE_CATEGORY" val="custom"/>
  <p:tag name="KSO_WM_TEMPLATE_INDEX" val="20238144"/>
</p:tagLst>
</file>

<file path=ppt/tags/tag39.xml><?xml version="1.0" encoding="utf-8"?>
<p:tagLst xmlns:p="http://schemas.openxmlformats.org/presentationml/2006/main">
  <p:tag name="KSO_WM_BEAUTIFY_FLAG" val="#wm#"/>
  <p:tag name="KSO_WM_TEMPLATE_CATEGORY" val="custom"/>
  <p:tag name="KSO_WM_TEMPLATE_INDEX" val="20238144"/>
</p:tagLst>
</file>

<file path=ppt/theme/theme1.xml><?xml version="1.0" encoding="utf-8"?>
<a:theme xmlns:a="http://schemas.openxmlformats.org/drawingml/2006/main" name="1_Office Theme">
  <a:themeElements>
    <a:clrScheme name="00000419-5">
      <a:dk1>
        <a:srgbClr val="333333"/>
      </a:dk1>
      <a:lt1>
        <a:srgbClr val="FFFFFF"/>
      </a:lt1>
      <a:dk2>
        <a:srgbClr val="151515"/>
      </a:dk2>
      <a:lt2>
        <a:srgbClr val="EEEEFC"/>
      </a:lt2>
      <a:accent1>
        <a:srgbClr val="8486EC"/>
      </a:accent1>
      <a:accent2>
        <a:srgbClr val="6B6BD3"/>
      </a:accent2>
      <a:accent3>
        <a:srgbClr val="CAACF0"/>
      </a:accent3>
      <a:accent4>
        <a:srgbClr val="FEC059"/>
      </a:accent4>
      <a:accent5>
        <a:srgbClr val="FC8901"/>
      </a:accent5>
      <a:accent6>
        <a:srgbClr val="A3D362"/>
      </a:accent6>
      <a:hlink>
        <a:srgbClr val="304FFE"/>
      </a:hlink>
      <a:folHlink>
        <a:srgbClr val="492067"/>
      </a:folHlink>
    </a:clrScheme>
    <a:fontScheme name="字体-商务">
      <a:majorFont>
        <a:latin typeface="Inter Bold"/>
        <a:ea typeface="Inter Bold"/>
        <a:cs typeface=""/>
      </a:majorFont>
      <a:minorFont>
        <a:latin typeface="Inter"/>
        <a:ea typeface="Inte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rmAutofit/>
      </a:bodyPr>
      <a:lstStyle>
        <a:defPPr>
          <a:lnSpc>
            <a:spcPct val="140000"/>
          </a:lnSpc>
          <a:defRPr lang="en-US" sz="2400" kern="100" dirty="0">
            <a:effectLst/>
            <a:latin typeface="+mn-ea"/>
            <a:cs typeface="江城圆体 400W" panose="020B0500000000000000"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7398</Words>
  <Application>WPS Sheets</Application>
  <PresentationFormat>Widescreen</PresentationFormat>
  <Paragraphs>146</Paragraphs>
  <Slides>15</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15</vt:i4>
      </vt:variant>
    </vt:vector>
  </HeadingPairs>
  <TitlesOfParts>
    <vt:vector size="34" baseType="lpstr">
      <vt:lpstr>Arial</vt:lpstr>
      <vt:lpstr>SimSun</vt:lpstr>
      <vt:lpstr>Wingdings</vt:lpstr>
      <vt:lpstr>Wingdings</vt:lpstr>
      <vt:lpstr>Helvetica Neue</vt:lpstr>
      <vt:lpstr>Microsoft YaHei</vt:lpstr>
      <vt:lpstr>汉仪旗黑</vt:lpstr>
      <vt:lpstr>Calibri</vt:lpstr>
      <vt:lpstr>宋体-简</vt:lpstr>
      <vt:lpstr>Arial Unicode MS</vt:lpstr>
      <vt:lpstr>Inter Bold</vt:lpstr>
      <vt:lpstr>Inter</vt:lpstr>
      <vt:lpstr>Nunito Sans ExtraBold</vt:lpstr>
      <vt:lpstr>Nunito Sans</vt:lpstr>
      <vt:lpstr>江城圆体 400W</vt:lpstr>
      <vt:lpstr>冬青黑体简体中文</vt:lpstr>
      <vt:lpstr>Arial Bold</vt:lpstr>
      <vt:lpstr>SignPainter HouseScript</vt:lpstr>
      <vt:lpstr>1_Office Theme</vt:lpstr>
      <vt:lpstr>The title goes here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ANALYSIS</vt:lpstr>
      <vt:lpstr>ANALYSIS</vt:lpstr>
      <vt:lpstr>KEY FINDINGS</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Sales &amp; Promotion Analysis</dc:title>
  <dc:creator>nehagupta</dc:creator>
  <cp:lastModifiedBy>Neha Gupta</cp:lastModifiedBy>
  <cp:revision>1</cp:revision>
  <dcterms:created xsi:type="dcterms:W3CDTF">2026-09-19T12:00:07Z</dcterms:created>
  <dcterms:modified xsi:type="dcterms:W3CDTF">2026-09-19T12:00:07Z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1033-12.1.26050.26050</vt:lpwstr>
  </property>
  <property fmtid="{D5CDD505-2E9C-101B-9397-08002B2CF9AE}" pid="3" name="ICV">
    <vt:lpwstr>EBDB7C70E813412C7163AE6A8475C84C_41</vt:lpwstr>
  </property>
</Properties>
</file>